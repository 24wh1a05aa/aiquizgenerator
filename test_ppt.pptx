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F2F9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F2F9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F2F9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63478" y="0"/>
            <a:ext cx="1075448" cy="10121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6732" y="109219"/>
            <a:ext cx="655447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6F2F9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7122" y="2478100"/>
            <a:ext cx="10077754" cy="2776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70661" y="1074241"/>
            <a:ext cx="108489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006FC0"/>
                </a:solidFill>
              </a:rPr>
              <a:t>Computer</a:t>
            </a:r>
            <a:r>
              <a:rPr sz="4800" spc="-90" dirty="0">
                <a:solidFill>
                  <a:srgbClr val="006FC0"/>
                </a:solidFill>
              </a:rPr>
              <a:t> </a:t>
            </a:r>
            <a:r>
              <a:rPr sz="4800" spc="-5" dirty="0">
                <a:solidFill>
                  <a:srgbClr val="006FC0"/>
                </a:solidFill>
              </a:rPr>
              <a:t>Organization</a:t>
            </a:r>
            <a:r>
              <a:rPr sz="4800" spc="10" dirty="0">
                <a:solidFill>
                  <a:srgbClr val="006FC0"/>
                </a:solidFill>
              </a:rPr>
              <a:t> </a:t>
            </a:r>
            <a:r>
              <a:rPr sz="4800" dirty="0">
                <a:solidFill>
                  <a:srgbClr val="006FC0"/>
                </a:solidFill>
              </a:rPr>
              <a:t>and</a:t>
            </a:r>
            <a:r>
              <a:rPr sz="4800" spc="-265" dirty="0">
                <a:solidFill>
                  <a:srgbClr val="006FC0"/>
                </a:solidFill>
              </a:rPr>
              <a:t> </a:t>
            </a:r>
            <a:r>
              <a:rPr sz="4800" spc="-15" dirty="0">
                <a:solidFill>
                  <a:srgbClr val="006FC0"/>
                </a:solidFill>
              </a:rPr>
              <a:t>Architecture</a:t>
            </a:r>
            <a:endParaRPr sz="480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057122" y="2478100"/>
            <a:ext cx="10077754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UNIT</a:t>
            </a:r>
            <a:r>
              <a:rPr spc="-114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I</a:t>
            </a: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sz="4000" spc="-5" dirty="0">
                <a:solidFill>
                  <a:srgbClr val="00AF50"/>
                </a:solidFill>
              </a:rPr>
              <a:t>Digital</a:t>
            </a:r>
            <a:r>
              <a:rPr sz="4000" spc="-30" dirty="0">
                <a:solidFill>
                  <a:srgbClr val="00AF50"/>
                </a:solidFill>
              </a:rPr>
              <a:t> </a:t>
            </a:r>
            <a:r>
              <a:rPr sz="4000" spc="-5" dirty="0">
                <a:solidFill>
                  <a:srgbClr val="00AF50"/>
                </a:solidFill>
              </a:rPr>
              <a:t>Computers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3478" y="0"/>
            <a:ext cx="1075448" cy="10121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227" y="147969"/>
            <a:ext cx="9185910" cy="672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0"/>
              </a:lnSpc>
            </a:pP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Why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Should</a:t>
            </a: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Study</a:t>
            </a:r>
            <a:r>
              <a:rPr sz="40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4000" b="1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course?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00" dirty="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Examples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 dirty="0">
              <a:latin typeface="Times New Roman"/>
              <a:cs typeface="Times New Roman"/>
            </a:endParaRPr>
          </a:p>
          <a:p>
            <a:pPr marL="28733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05350" y="109219"/>
            <a:ext cx="27819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39" y="923671"/>
            <a:ext cx="8821420" cy="52844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What</a:t>
            </a:r>
            <a:r>
              <a:rPr sz="30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30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30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Computer?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000" spc="-5" dirty="0">
                <a:latin typeface="Times New Roman"/>
                <a:cs typeface="Times New Roman"/>
              </a:rPr>
              <a:t>Computer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is </a:t>
            </a:r>
            <a:r>
              <a:rPr sz="3000" dirty="0">
                <a:latin typeface="Times New Roman"/>
                <a:cs typeface="Times New Roman"/>
              </a:rPr>
              <a:t>an </a:t>
            </a:r>
            <a:r>
              <a:rPr sz="3000" spc="-5" dirty="0">
                <a:latin typeface="Times New Roman"/>
                <a:cs typeface="Times New Roman"/>
              </a:rPr>
              <a:t>Electronic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Device,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</a:p>
          <a:p>
            <a:pPr marL="670560" indent="-201295">
              <a:lnSpc>
                <a:spcPct val="100000"/>
              </a:lnSpc>
              <a:spcBef>
                <a:spcPts val="300"/>
              </a:spcBef>
              <a:buChar char="-"/>
              <a:tabLst>
                <a:tab pos="671195" algn="l"/>
              </a:tabLst>
            </a:pPr>
            <a:r>
              <a:rPr sz="3000" dirty="0">
                <a:latin typeface="Times New Roman"/>
                <a:cs typeface="Times New Roman"/>
              </a:rPr>
              <a:t>Accepts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5" dirty="0">
                <a:latin typeface="Times New Roman"/>
                <a:cs typeface="Times New Roman"/>
              </a:rPr>
              <a:t>information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5" dirty="0">
                <a:latin typeface="Times New Roman"/>
                <a:cs typeface="Times New Roman"/>
              </a:rPr>
              <a:t>outside </a:t>
            </a:r>
            <a:r>
              <a:rPr sz="3000" dirty="0">
                <a:latin typeface="Times New Roman"/>
                <a:cs typeface="Times New Roman"/>
              </a:rPr>
              <a:t>world.</a:t>
            </a:r>
          </a:p>
          <a:p>
            <a:pPr marL="690880" indent="-220979">
              <a:lnSpc>
                <a:spcPct val="100000"/>
              </a:lnSpc>
              <a:spcBef>
                <a:spcPts val="300"/>
              </a:spcBef>
              <a:buChar char="-"/>
              <a:tabLst>
                <a:tab pos="690880" algn="l"/>
              </a:tabLst>
            </a:pPr>
            <a:r>
              <a:rPr sz="3000" spc="-5" dirty="0">
                <a:latin typeface="Times New Roman"/>
                <a:cs typeface="Times New Roman"/>
              </a:rPr>
              <a:t>Stores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</a:p>
          <a:p>
            <a:pPr marL="690880" indent="-220979">
              <a:lnSpc>
                <a:spcPct val="100000"/>
              </a:lnSpc>
              <a:spcBef>
                <a:spcPts val="300"/>
              </a:spcBef>
              <a:buChar char="-"/>
              <a:tabLst>
                <a:tab pos="690880" algn="l"/>
              </a:tabLst>
            </a:pPr>
            <a:r>
              <a:rPr sz="3000" spc="-5" dirty="0">
                <a:latin typeface="Times New Roman"/>
                <a:cs typeface="Times New Roman"/>
              </a:rPr>
              <a:t>Process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5" dirty="0">
                <a:latin typeface="Times New Roman"/>
                <a:cs typeface="Times New Roman"/>
              </a:rPr>
              <a:t>results</a:t>
            </a:r>
            <a:endParaRPr sz="3000" dirty="0">
              <a:latin typeface="Times New Roman"/>
              <a:cs typeface="Times New Roman"/>
            </a:endParaRPr>
          </a:p>
          <a:p>
            <a:pPr marL="684530" indent="-215265">
              <a:lnSpc>
                <a:spcPct val="100000"/>
              </a:lnSpc>
              <a:spcBef>
                <a:spcPts val="300"/>
              </a:spcBef>
              <a:buChar char="-"/>
              <a:tabLst>
                <a:tab pos="685165" algn="l"/>
              </a:tabLst>
            </a:pPr>
            <a:r>
              <a:rPr sz="3000" spc="-15" dirty="0">
                <a:latin typeface="Times New Roman"/>
                <a:cs typeface="Times New Roman"/>
              </a:rPr>
              <a:t>Transfers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" dirty="0">
                <a:latin typeface="Times New Roman"/>
                <a:cs typeface="Times New Roman"/>
              </a:rPr>
              <a:t> results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5" dirty="0">
                <a:latin typeface="Times New Roman"/>
                <a:cs typeface="Times New Roman"/>
              </a:rPr>
              <a:t>outside</a:t>
            </a:r>
            <a:r>
              <a:rPr sz="3000" dirty="0">
                <a:latin typeface="Times New Roman"/>
                <a:cs typeface="Times New Roman"/>
              </a:rPr>
              <a:t> world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3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How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Computers</a:t>
            </a:r>
            <a:r>
              <a:rPr sz="30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are</a:t>
            </a:r>
            <a:r>
              <a:rPr sz="3000" b="1" i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classified</a:t>
            </a:r>
            <a:r>
              <a:rPr sz="3000" b="1" i="1" spc="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based</a:t>
            </a:r>
            <a:r>
              <a:rPr sz="30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on</a:t>
            </a:r>
            <a:r>
              <a:rPr sz="3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30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kind of</a:t>
            </a:r>
            <a:r>
              <a:rPr sz="30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I/O?</a:t>
            </a:r>
            <a:endParaRPr sz="3000" dirty="0">
              <a:latin typeface="Times New Roman"/>
              <a:cs typeface="Times New Roman"/>
            </a:endParaRPr>
          </a:p>
          <a:p>
            <a:pPr marL="670560" indent="-201295">
              <a:lnSpc>
                <a:spcPct val="100000"/>
              </a:lnSpc>
              <a:buChar char="-"/>
              <a:tabLst>
                <a:tab pos="671195" algn="l"/>
              </a:tabLst>
            </a:pPr>
            <a:r>
              <a:rPr sz="3000" dirty="0">
                <a:latin typeface="Times New Roman"/>
                <a:cs typeface="Times New Roman"/>
              </a:rPr>
              <a:t>Analog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Computers</a:t>
            </a:r>
            <a:endParaRPr sz="3000" dirty="0">
              <a:latin typeface="Times New Roman"/>
              <a:cs typeface="Times New Roman"/>
            </a:endParaRPr>
          </a:p>
          <a:p>
            <a:pPr marL="690880" indent="-220979">
              <a:lnSpc>
                <a:spcPct val="100000"/>
              </a:lnSpc>
              <a:buChar char="-"/>
              <a:tabLst>
                <a:tab pos="690880" algn="l"/>
              </a:tabLst>
            </a:pPr>
            <a:r>
              <a:rPr sz="3000" spc="-5" dirty="0">
                <a:latin typeface="Times New Roman"/>
                <a:cs typeface="Times New Roman"/>
              </a:rPr>
              <a:t>Digital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Computers</a:t>
            </a:r>
            <a:endParaRPr sz="3000" dirty="0">
              <a:latin typeface="Times New Roman"/>
              <a:cs typeface="Times New Roman"/>
            </a:endParaRPr>
          </a:p>
          <a:p>
            <a:pPr marL="690880" indent="-220979">
              <a:lnSpc>
                <a:spcPct val="100000"/>
              </a:lnSpc>
              <a:buChar char="-"/>
              <a:tabLst>
                <a:tab pos="690880" algn="l"/>
              </a:tabLst>
            </a:pPr>
            <a:r>
              <a:rPr sz="3000" dirty="0">
                <a:latin typeface="Times New Roman"/>
                <a:cs typeface="Times New Roman"/>
              </a:rPr>
              <a:t>Hybrid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Computers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9160" y="6587008"/>
            <a:ext cx="631190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 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19303"/>
            <a:ext cx="11372215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Times New Roman"/>
                <a:cs typeface="Times New Roman"/>
              </a:rPr>
              <a:t>Analog</a:t>
            </a:r>
            <a:r>
              <a:rPr sz="3000" b="1" spc="-1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Computer:</a:t>
            </a:r>
            <a:endParaRPr sz="30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Char char="-"/>
              <a:tabLst>
                <a:tab pos="233679" algn="l"/>
              </a:tabLst>
            </a:pPr>
            <a:r>
              <a:rPr sz="3000" dirty="0">
                <a:latin typeface="Times New Roman"/>
                <a:cs typeface="Times New Roman"/>
              </a:rPr>
              <a:t>Set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 </a:t>
            </a:r>
            <a:r>
              <a:rPr sz="3000" spc="-5" dirty="0">
                <a:latin typeface="Times New Roman"/>
                <a:cs typeface="Times New Roman"/>
              </a:rPr>
              <a:t>according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initial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conditions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 can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 later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changed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freely</a:t>
            </a: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buChar char="-"/>
              <a:tabLst>
                <a:tab pos="233679" algn="l"/>
              </a:tabLst>
            </a:pPr>
            <a:r>
              <a:rPr sz="3000" spc="-5" dirty="0">
                <a:latin typeface="Times New Roman"/>
                <a:cs typeface="Times New Roman"/>
              </a:rPr>
              <a:t>Deals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continuously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varying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physical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quantities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such </a:t>
            </a:r>
            <a:r>
              <a:rPr sz="3000" spc="-5" dirty="0">
                <a:latin typeface="Times New Roman"/>
                <a:cs typeface="Times New Roman"/>
              </a:rPr>
              <a:t>as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temperature,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pressure,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humidity,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etc.,</a:t>
            </a:r>
            <a:endParaRPr sz="3000">
              <a:latin typeface="Times New Roman"/>
              <a:cs typeface="Times New Roman"/>
            </a:endParaRPr>
          </a:p>
          <a:p>
            <a:pPr marL="12700" marR="1734820">
              <a:lnSpc>
                <a:spcPct val="100000"/>
              </a:lnSpc>
              <a:buChar char="-"/>
              <a:tabLst>
                <a:tab pos="233679" algn="l"/>
              </a:tabLst>
            </a:pPr>
            <a:r>
              <a:rPr sz="3000" spc="-5" dirty="0">
                <a:latin typeface="Times New Roman"/>
                <a:cs typeface="Times New Roman"/>
              </a:rPr>
              <a:t>Solutions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 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given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problem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obtained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 </a:t>
            </a:r>
            <a:r>
              <a:rPr sz="3000" spc="-5" dirty="0">
                <a:latin typeface="Times New Roman"/>
                <a:cs typeface="Times New Roman"/>
              </a:rPr>
              <a:t>measuring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variables/parameters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-"/>
            </a:pP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spc="-5" dirty="0">
                <a:latin typeface="Times New Roman"/>
                <a:cs typeface="Times New Roman"/>
              </a:rPr>
              <a:t>Digital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Computer:</a:t>
            </a:r>
            <a:endParaRPr sz="30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Char char="-"/>
              <a:tabLst>
                <a:tab pos="233679" algn="l"/>
              </a:tabLst>
            </a:pPr>
            <a:r>
              <a:rPr sz="3000" spc="-5" dirty="0">
                <a:latin typeface="Times New Roman"/>
                <a:cs typeface="Times New Roman"/>
              </a:rPr>
              <a:t>Performs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Various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Computational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imes New Roman"/>
                <a:cs typeface="Times New Roman"/>
              </a:rPr>
              <a:t>Tasks</a:t>
            </a:r>
            <a:endParaRPr sz="30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Char char="-"/>
              <a:tabLst>
                <a:tab pos="233679" algn="l"/>
              </a:tabLst>
            </a:pPr>
            <a:r>
              <a:rPr sz="3000" spc="-5" dirty="0">
                <a:latin typeface="Times New Roman"/>
                <a:cs typeface="Times New Roman"/>
              </a:rPr>
              <a:t>Represents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information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discrete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values</a:t>
            </a:r>
            <a:endParaRPr sz="30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Char char="-"/>
              <a:tabLst>
                <a:tab pos="233679" algn="l"/>
              </a:tabLst>
            </a:pPr>
            <a:r>
              <a:rPr sz="3000" spc="-5" dirty="0">
                <a:latin typeface="Times New Roman"/>
                <a:cs typeface="Times New Roman"/>
              </a:rPr>
              <a:t>Uses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variables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" dirty="0">
                <a:latin typeface="Times New Roman"/>
                <a:cs typeface="Times New Roman"/>
              </a:rPr>
              <a:t> store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information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31153" y="2419146"/>
            <a:ext cx="5695950" cy="3854450"/>
            <a:chOff x="5931153" y="2419146"/>
            <a:chExt cx="5695950" cy="38544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9811" y="2419146"/>
              <a:ext cx="4071874" cy="10805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1153" y="5397055"/>
              <a:ext cx="5695950" cy="876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9160" y="6587008"/>
            <a:ext cx="631190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 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0"/>
            <a:ext cx="11979910" cy="64274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000" b="1" spc="-5" dirty="0">
                <a:latin typeface="Times New Roman"/>
                <a:cs typeface="Times New Roman"/>
              </a:rPr>
              <a:t>Hybrid Computer:</a:t>
            </a:r>
            <a:endParaRPr sz="30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spcBef>
                <a:spcPts val="300"/>
              </a:spcBef>
              <a:buChar char="-"/>
              <a:tabLst>
                <a:tab pos="233679" algn="l"/>
              </a:tabLst>
            </a:pPr>
            <a:r>
              <a:rPr sz="3000" spc="-5" dirty="0">
                <a:latin typeface="Times New Roman"/>
                <a:cs typeface="Times New Roman"/>
              </a:rPr>
              <a:t>Consists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 both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Analog and </a:t>
            </a:r>
            <a:r>
              <a:rPr sz="3000" spc="-5" dirty="0">
                <a:latin typeface="Times New Roman"/>
                <a:cs typeface="Times New Roman"/>
              </a:rPr>
              <a:t>Digital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components</a:t>
            </a:r>
            <a:endParaRPr sz="30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spcBef>
                <a:spcPts val="300"/>
              </a:spcBef>
              <a:buChar char="-"/>
              <a:tabLst>
                <a:tab pos="233679" algn="l"/>
              </a:tabLst>
            </a:pPr>
            <a:r>
              <a:rPr sz="3000" dirty="0">
                <a:latin typeface="Times New Roman"/>
                <a:cs typeface="Times New Roman"/>
              </a:rPr>
              <a:t>Solves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differential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equations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complex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mathematical</a:t>
            </a:r>
            <a:r>
              <a:rPr sz="3000" spc="6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equations</a:t>
            </a:r>
            <a:endParaRPr sz="30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spcBef>
                <a:spcPts val="300"/>
              </a:spcBef>
              <a:buChar char="-"/>
              <a:tabLst>
                <a:tab pos="233679" algn="l"/>
              </a:tabLst>
            </a:pPr>
            <a:r>
              <a:rPr sz="3000" dirty="0">
                <a:latin typeface="Times New Roman"/>
                <a:cs typeface="Times New Roman"/>
              </a:rPr>
              <a:t>Handles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logical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 </a:t>
            </a:r>
            <a:r>
              <a:rPr sz="3000" spc="-5" dirty="0">
                <a:latin typeface="Times New Roman"/>
                <a:cs typeface="Times New Roman"/>
              </a:rPr>
              <a:t>numerical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operations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What</a:t>
            </a:r>
            <a:r>
              <a:rPr sz="30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could</a:t>
            </a:r>
            <a:r>
              <a:rPr sz="30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be</a:t>
            </a:r>
            <a:r>
              <a:rPr sz="3000" b="1" i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result</a:t>
            </a:r>
            <a:r>
              <a:rPr sz="3000" b="1" i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30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our</a:t>
            </a:r>
            <a:r>
              <a:rPr sz="30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logic</a:t>
            </a:r>
            <a:r>
              <a:rPr sz="3000" b="1" i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and/or</a:t>
            </a:r>
            <a:r>
              <a:rPr sz="30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Decision</a:t>
            </a:r>
            <a:r>
              <a:rPr sz="300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0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Making?</a:t>
            </a:r>
            <a:endParaRPr sz="3000">
              <a:latin typeface="Times New Roman"/>
              <a:cs typeface="Times New Roman"/>
            </a:endParaRPr>
          </a:p>
          <a:p>
            <a:pPr marL="12700" marR="5080">
              <a:lnSpc>
                <a:spcPts val="3900"/>
              </a:lnSpc>
              <a:spcBef>
                <a:spcPts val="180"/>
              </a:spcBef>
            </a:pPr>
            <a:r>
              <a:rPr sz="3000" spc="-5" dirty="0">
                <a:latin typeface="Times New Roman"/>
                <a:cs typeface="Times New Roman"/>
              </a:rPr>
              <a:t>Our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logic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and/or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decision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makes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results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either </a:t>
            </a:r>
            <a:r>
              <a:rPr sz="3000" spc="-15" dirty="0">
                <a:latin typeface="Times New Roman"/>
                <a:cs typeface="Times New Roman"/>
              </a:rPr>
              <a:t>True-or-False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OR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Times New Roman"/>
                <a:cs typeface="Times New Roman"/>
              </a:rPr>
              <a:t>Yes-or-No.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consisting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 </a:t>
            </a:r>
            <a:r>
              <a:rPr sz="3000" spc="-5" dirty="0">
                <a:latin typeface="Times New Roman"/>
                <a:cs typeface="Times New Roman"/>
              </a:rPr>
              <a:t>two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states.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-5" dirty="0">
                <a:latin typeface="Times New Roman"/>
                <a:cs typeface="Times New Roman"/>
              </a:rPr>
              <a:t>Hence,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Digital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computers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function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more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reliably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only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two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states.</a:t>
            </a:r>
            <a:endParaRPr sz="3000">
              <a:latin typeface="Times New Roman"/>
              <a:cs typeface="Times New Roman"/>
            </a:endParaRPr>
          </a:p>
          <a:p>
            <a:pPr marL="12700" marR="332105">
              <a:lnSpc>
                <a:spcPct val="100000"/>
              </a:lnSpc>
              <a:spcBef>
                <a:spcPts val="300"/>
              </a:spcBef>
            </a:pPr>
            <a:r>
              <a:rPr sz="3000" spc="-5" dirty="0">
                <a:latin typeface="Times New Roman"/>
                <a:cs typeface="Times New Roman"/>
              </a:rPr>
              <a:t>So,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digital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computers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use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binary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number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system,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which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has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two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digits: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0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000" spc="-5" dirty="0">
                <a:latin typeface="Times New Roman"/>
                <a:cs typeface="Times New Roman"/>
              </a:rPr>
              <a:t>A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b</a:t>
            </a:r>
            <a:r>
              <a:rPr sz="3000" spc="-5" dirty="0">
                <a:latin typeface="Times New Roman"/>
                <a:cs typeface="Times New Roman"/>
              </a:rPr>
              <a:t>inary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dig</a:t>
            </a:r>
            <a:r>
              <a:rPr sz="3000" b="1" spc="-5" dirty="0">
                <a:latin typeface="Times New Roman"/>
                <a:cs typeface="Times New Roman"/>
              </a:rPr>
              <a:t>it</a:t>
            </a:r>
            <a:r>
              <a:rPr sz="3000" b="1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is called</a:t>
            </a:r>
            <a:r>
              <a:rPr sz="3000" spc="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bit.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also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called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Binary Computers.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9160" y="6587008"/>
            <a:ext cx="631190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 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640" y="19303"/>
            <a:ext cx="10800715" cy="4904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64135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digital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computers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groups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bits.</a:t>
            </a:r>
            <a:endParaRPr sz="3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32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What these</a:t>
            </a:r>
            <a:r>
              <a:rPr sz="3200" b="1" i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group</a:t>
            </a:r>
            <a:r>
              <a:rPr sz="32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32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bits can</a:t>
            </a:r>
            <a:r>
              <a:rPr sz="32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represent?</a:t>
            </a:r>
            <a:endParaRPr sz="3200">
              <a:latin typeface="Times New Roman"/>
              <a:cs typeface="Times New Roman"/>
            </a:endParaRPr>
          </a:p>
          <a:p>
            <a:pPr marL="737870" indent="-230504">
              <a:lnSpc>
                <a:spcPct val="100000"/>
              </a:lnSpc>
              <a:buChar char="-"/>
              <a:tabLst>
                <a:tab pos="738505" algn="l"/>
              </a:tabLst>
            </a:pPr>
            <a:r>
              <a:rPr sz="3200" spc="-60" dirty="0">
                <a:latin typeface="Times New Roman"/>
                <a:cs typeface="Times New Roman"/>
              </a:rPr>
              <a:t>Values</a:t>
            </a:r>
            <a:endParaRPr sz="3200">
              <a:latin typeface="Times New Roman"/>
              <a:cs typeface="Times New Roman"/>
            </a:endParaRPr>
          </a:p>
          <a:p>
            <a:pPr marL="745490" indent="-238125">
              <a:lnSpc>
                <a:spcPct val="100000"/>
              </a:lnSpc>
              <a:buChar char="-"/>
              <a:tabLst>
                <a:tab pos="746125" algn="l"/>
              </a:tabLst>
            </a:pPr>
            <a:r>
              <a:rPr sz="3200" dirty="0">
                <a:latin typeface="Times New Roman"/>
                <a:cs typeface="Times New Roman"/>
              </a:rPr>
              <a:t>Letters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alphabet</a:t>
            </a:r>
            <a:endParaRPr sz="3200">
              <a:latin typeface="Times New Roman"/>
              <a:cs typeface="Times New Roman"/>
            </a:endParaRPr>
          </a:p>
          <a:p>
            <a:pPr marL="745490" indent="-238125">
              <a:lnSpc>
                <a:spcPct val="100000"/>
              </a:lnSpc>
              <a:buChar char="-"/>
              <a:tabLst>
                <a:tab pos="746125" algn="l"/>
              </a:tabLst>
            </a:pPr>
            <a:r>
              <a:rPr sz="3200" dirty="0">
                <a:latin typeface="Times New Roman"/>
                <a:cs typeface="Times New Roman"/>
              </a:rPr>
              <a:t>Special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Symbols</a:t>
            </a:r>
            <a:endParaRPr sz="3200">
              <a:latin typeface="Times New Roman"/>
              <a:cs typeface="Times New Roman"/>
            </a:endParaRPr>
          </a:p>
          <a:p>
            <a:pPr marL="745490" indent="-238125">
              <a:lnSpc>
                <a:spcPct val="100000"/>
              </a:lnSpc>
              <a:spcBef>
                <a:spcPts val="5"/>
              </a:spcBef>
              <a:buChar char="-"/>
              <a:tabLst>
                <a:tab pos="746125" algn="l"/>
              </a:tabLst>
            </a:pPr>
            <a:r>
              <a:rPr sz="3200" dirty="0">
                <a:latin typeface="Times New Roman"/>
                <a:cs typeface="Times New Roman"/>
              </a:rPr>
              <a:t>Instructions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Commands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32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What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 is </a:t>
            </a:r>
            <a:r>
              <a:rPr sz="32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 decimal</a:t>
            </a:r>
            <a:r>
              <a:rPr sz="32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equivalent</a:t>
            </a:r>
            <a:r>
              <a:rPr sz="3200" b="1" i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for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“1001011”?</a:t>
            </a:r>
            <a:endParaRPr sz="3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X </a:t>
            </a:r>
            <a:r>
              <a:rPr sz="3200" spc="5" dirty="0">
                <a:latin typeface="Times New Roman"/>
                <a:cs typeface="Times New Roman"/>
              </a:rPr>
              <a:t>2</a:t>
            </a:r>
            <a:r>
              <a:rPr sz="3150" spc="7" baseline="25132" dirty="0">
                <a:latin typeface="Times New Roman"/>
                <a:cs typeface="Times New Roman"/>
              </a:rPr>
              <a:t>6</a:t>
            </a:r>
            <a:r>
              <a:rPr sz="3150" spc="397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+ 0 X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2</a:t>
            </a:r>
            <a:r>
              <a:rPr sz="3150" spc="15" baseline="25132" dirty="0">
                <a:latin typeface="Times New Roman"/>
                <a:cs typeface="Times New Roman"/>
              </a:rPr>
              <a:t>5</a:t>
            </a:r>
            <a:r>
              <a:rPr sz="3150" spc="397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0 X </a:t>
            </a:r>
            <a:r>
              <a:rPr sz="3200" spc="15" dirty="0">
                <a:latin typeface="Times New Roman"/>
                <a:cs typeface="Times New Roman"/>
              </a:rPr>
              <a:t>2</a:t>
            </a:r>
            <a:r>
              <a:rPr sz="3150" spc="22" baseline="25132" dirty="0">
                <a:latin typeface="Times New Roman"/>
                <a:cs typeface="Times New Roman"/>
              </a:rPr>
              <a:t>4</a:t>
            </a:r>
            <a:r>
              <a:rPr sz="3150" spc="382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 X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2</a:t>
            </a:r>
            <a:r>
              <a:rPr sz="3150" spc="15" baseline="25132" dirty="0">
                <a:latin typeface="Times New Roman"/>
                <a:cs typeface="Times New Roman"/>
              </a:rPr>
              <a:t>3</a:t>
            </a:r>
            <a:r>
              <a:rPr sz="3150" spc="397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0 X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15" dirty="0">
                <a:latin typeface="Times New Roman"/>
                <a:cs typeface="Times New Roman"/>
              </a:rPr>
              <a:t>2</a:t>
            </a:r>
            <a:r>
              <a:rPr sz="3150" spc="22" baseline="25132" dirty="0">
                <a:latin typeface="Times New Roman"/>
                <a:cs typeface="Times New Roman"/>
              </a:rPr>
              <a:t>2</a:t>
            </a:r>
            <a:r>
              <a:rPr sz="3150" spc="382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+ 1 X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2</a:t>
            </a:r>
            <a:r>
              <a:rPr sz="3150" spc="15" baseline="25132" dirty="0">
                <a:latin typeface="Times New Roman"/>
                <a:cs typeface="Times New Roman"/>
              </a:rPr>
              <a:t>1</a:t>
            </a:r>
            <a:r>
              <a:rPr sz="3150" spc="397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 X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2</a:t>
            </a:r>
            <a:r>
              <a:rPr sz="3150" spc="15" baseline="25132" dirty="0">
                <a:latin typeface="Times New Roman"/>
                <a:cs typeface="Times New Roman"/>
              </a:rPr>
              <a:t>0</a:t>
            </a:r>
            <a:r>
              <a:rPr sz="3150" spc="382" baseline="25132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 75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9160" y="6587008"/>
            <a:ext cx="631190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 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19303"/>
            <a:ext cx="11729720" cy="6367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subdivided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two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functional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entities:</a:t>
            </a:r>
            <a:endParaRPr sz="3200">
              <a:latin typeface="Times New Roman"/>
              <a:cs typeface="Times New Roman"/>
            </a:endParaRPr>
          </a:p>
          <a:p>
            <a:pPr marL="707390" indent="-238125">
              <a:lnSpc>
                <a:spcPct val="100000"/>
              </a:lnSpc>
              <a:spcBef>
                <a:spcPts val="5"/>
              </a:spcBef>
              <a:buChar char="-"/>
              <a:tabLst>
                <a:tab pos="708025" algn="l"/>
              </a:tabLst>
            </a:pPr>
            <a:r>
              <a:rPr sz="3200" dirty="0">
                <a:latin typeface="Times New Roman"/>
                <a:cs typeface="Times New Roman"/>
              </a:rPr>
              <a:t>Hardware</a:t>
            </a:r>
            <a:endParaRPr sz="3200">
              <a:latin typeface="Times New Roman"/>
              <a:cs typeface="Times New Roman"/>
            </a:endParaRPr>
          </a:p>
          <a:p>
            <a:pPr marL="707390" indent="-238125">
              <a:lnSpc>
                <a:spcPct val="100000"/>
              </a:lnSpc>
              <a:buChar char="-"/>
              <a:tabLst>
                <a:tab pos="708025" algn="l"/>
              </a:tabLst>
            </a:pPr>
            <a:r>
              <a:rPr sz="3200" dirty="0">
                <a:latin typeface="Times New Roman"/>
                <a:cs typeface="Times New Roman"/>
              </a:rPr>
              <a:t>Software</a:t>
            </a:r>
            <a:endParaRPr sz="3200">
              <a:latin typeface="Times New Roman"/>
              <a:cs typeface="Times New Roman"/>
            </a:endParaRPr>
          </a:p>
          <a:p>
            <a:pPr marL="12700" marR="1437640">
              <a:lnSpc>
                <a:spcPct val="100000"/>
              </a:lnSpc>
            </a:pPr>
            <a:r>
              <a:rPr sz="3200" b="1" spc="-5" dirty="0">
                <a:latin typeface="Times New Roman"/>
                <a:cs typeface="Times New Roman"/>
              </a:rPr>
              <a:t>Hardware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consists 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 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electronic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electromechanical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components,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i.e.,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physical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parts.</a:t>
            </a:r>
            <a:endParaRPr sz="3200">
              <a:latin typeface="Times New Roman"/>
              <a:cs typeface="Times New Roman"/>
            </a:endParaRPr>
          </a:p>
          <a:p>
            <a:pPr marL="12700" marR="686435">
              <a:lnSpc>
                <a:spcPct val="100000"/>
              </a:lnSpc>
            </a:pPr>
            <a:r>
              <a:rPr sz="3200" b="1" spc="-5" dirty="0">
                <a:latin typeface="Times New Roman"/>
                <a:cs typeface="Times New Roman"/>
              </a:rPr>
              <a:t>Software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programs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manipulated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perform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various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data-processing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tasks.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What</a:t>
            </a:r>
            <a:r>
              <a:rPr sz="32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is</a:t>
            </a:r>
            <a:r>
              <a:rPr sz="32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32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program?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sequence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instructions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perform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task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spc="-5" dirty="0">
                <a:latin typeface="Times New Roman"/>
                <a:cs typeface="Times New Roman"/>
              </a:rPr>
              <a:t>program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data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manipulated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program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usually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constitute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base.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9160" y="6587008"/>
            <a:ext cx="631190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 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19303"/>
            <a:ext cx="11801475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software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basically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classified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two types:</a:t>
            </a:r>
            <a:endParaRPr sz="3200">
              <a:latin typeface="Times New Roman"/>
              <a:cs typeface="Times New Roman"/>
            </a:endParaRPr>
          </a:p>
          <a:p>
            <a:pPr marL="12700" marR="227965">
              <a:lnSpc>
                <a:spcPct val="100000"/>
              </a:lnSpc>
              <a:spcBef>
                <a:spcPts val="5"/>
              </a:spcBef>
              <a:buFont typeface="Times New Roman"/>
              <a:buChar char="-"/>
              <a:tabLst>
                <a:tab pos="250825" algn="l"/>
              </a:tabLst>
            </a:pPr>
            <a:r>
              <a:rPr sz="3200" b="1" dirty="0">
                <a:latin typeface="Times New Roman"/>
                <a:cs typeface="Times New Roman"/>
              </a:rPr>
              <a:t>System</a:t>
            </a:r>
            <a:r>
              <a:rPr sz="3200" b="1" spc="7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Software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consists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collection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programs,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make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effective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20" dirty="0">
                <a:latin typeface="Times New Roman"/>
                <a:cs typeface="Times New Roman"/>
              </a:rPr>
              <a:t>computer.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an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indispensable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total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system.</a:t>
            </a:r>
            <a:endParaRPr sz="320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Ex: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OS,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linkers,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loaders,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compilers,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interpreters,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etc.,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buFont typeface="Times New Roman"/>
              <a:buChar char="-"/>
              <a:tabLst>
                <a:tab pos="227965" algn="l"/>
              </a:tabLst>
            </a:pPr>
            <a:r>
              <a:rPr sz="3200" b="1" dirty="0">
                <a:latin typeface="Times New Roman"/>
                <a:cs typeface="Times New Roman"/>
              </a:rPr>
              <a:t>Application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Software</a:t>
            </a:r>
            <a:r>
              <a:rPr sz="3200" spc="-5" dirty="0">
                <a:latin typeface="Times New Roman"/>
                <a:cs typeface="Times New Roman"/>
              </a:rPr>
              <a:t>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programs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written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purpose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solving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particular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problem(s).</a:t>
            </a:r>
            <a:endParaRPr sz="320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</a:pPr>
            <a:r>
              <a:rPr sz="3200" b="1" i="1" dirty="0">
                <a:solidFill>
                  <a:srgbClr val="006FC0"/>
                </a:solidFill>
                <a:latin typeface="Times New Roman"/>
                <a:cs typeface="Times New Roman"/>
              </a:rPr>
              <a:t>Examples?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3478" y="0"/>
            <a:ext cx="1075448" cy="10121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227" y="147969"/>
            <a:ext cx="9185910" cy="672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0"/>
              </a:lnSpc>
            </a:pP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Why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Should</a:t>
            </a: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Study</a:t>
            </a:r>
            <a:r>
              <a:rPr sz="40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4000" b="1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course?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Examples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>
              <a:latin typeface="Times New Roman"/>
              <a:cs typeface="Times New Roman"/>
            </a:endParaRPr>
          </a:p>
          <a:p>
            <a:pPr marL="28733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88845" y="109219"/>
            <a:ext cx="7810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Block</a:t>
            </a:r>
            <a:r>
              <a:rPr spc="-15" dirty="0"/>
              <a:t> </a:t>
            </a:r>
            <a:r>
              <a:rPr spc="-5" dirty="0"/>
              <a:t>Diagram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spc="-5" dirty="0"/>
              <a:t>Computer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84046" y="4938648"/>
            <a:ext cx="2461260" cy="661035"/>
            <a:chOff x="1384046" y="4938648"/>
            <a:chExt cx="2461260" cy="661035"/>
          </a:xfrm>
        </p:grpSpPr>
        <p:sp>
          <p:nvSpPr>
            <p:cNvPr id="7" name="object 7"/>
            <p:cNvSpPr/>
            <p:nvPr/>
          </p:nvSpPr>
          <p:spPr>
            <a:xfrm>
              <a:off x="1390396" y="4944998"/>
              <a:ext cx="2448560" cy="648335"/>
            </a:xfrm>
            <a:custGeom>
              <a:avLst/>
              <a:gdLst/>
              <a:ahLst/>
              <a:cxnLst/>
              <a:rect l="l" t="t" r="r" b="b"/>
              <a:pathLst>
                <a:path w="2448560" h="648335">
                  <a:moveTo>
                    <a:pt x="2340229" y="0"/>
                  </a:moveTo>
                  <a:lnTo>
                    <a:pt x="108076" y="0"/>
                  </a:lnTo>
                  <a:lnTo>
                    <a:pt x="66008" y="8473"/>
                  </a:lnTo>
                  <a:lnTo>
                    <a:pt x="31654" y="31591"/>
                  </a:lnTo>
                  <a:lnTo>
                    <a:pt x="8493" y="65901"/>
                  </a:lnTo>
                  <a:lnTo>
                    <a:pt x="0" y="107950"/>
                  </a:lnTo>
                  <a:lnTo>
                    <a:pt x="0" y="540004"/>
                  </a:lnTo>
                  <a:lnTo>
                    <a:pt x="8493" y="582060"/>
                  </a:lnTo>
                  <a:lnTo>
                    <a:pt x="31654" y="616388"/>
                  </a:lnTo>
                  <a:lnTo>
                    <a:pt x="66008" y="639523"/>
                  </a:lnTo>
                  <a:lnTo>
                    <a:pt x="108076" y="648004"/>
                  </a:lnTo>
                  <a:lnTo>
                    <a:pt x="2340229" y="648004"/>
                  </a:lnTo>
                  <a:lnTo>
                    <a:pt x="2382297" y="639523"/>
                  </a:lnTo>
                  <a:lnTo>
                    <a:pt x="2416651" y="616388"/>
                  </a:lnTo>
                  <a:lnTo>
                    <a:pt x="2439812" y="582060"/>
                  </a:lnTo>
                  <a:lnTo>
                    <a:pt x="2448305" y="540004"/>
                  </a:lnTo>
                  <a:lnTo>
                    <a:pt x="2448305" y="107950"/>
                  </a:lnTo>
                  <a:lnTo>
                    <a:pt x="2439812" y="65901"/>
                  </a:lnTo>
                  <a:lnTo>
                    <a:pt x="2416651" y="31591"/>
                  </a:lnTo>
                  <a:lnTo>
                    <a:pt x="2382297" y="8473"/>
                  </a:lnTo>
                  <a:lnTo>
                    <a:pt x="234022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90396" y="4944998"/>
              <a:ext cx="2448560" cy="648335"/>
            </a:xfrm>
            <a:custGeom>
              <a:avLst/>
              <a:gdLst/>
              <a:ahLst/>
              <a:cxnLst/>
              <a:rect l="l" t="t" r="r" b="b"/>
              <a:pathLst>
                <a:path w="2448560" h="648335">
                  <a:moveTo>
                    <a:pt x="0" y="107950"/>
                  </a:moveTo>
                  <a:lnTo>
                    <a:pt x="8493" y="65901"/>
                  </a:lnTo>
                  <a:lnTo>
                    <a:pt x="31654" y="31591"/>
                  </a:lnTo>
                  <a:lnTo>
                    <a:pt x="66008" y="8473"/>
                  </a:lnTo>
                  <a:lnTo>
                    <a:pt x="108076" y="0"/>
                  </a:lnTo>
                  <a:lnTo>
                    <a:pt x="2340229" y="0"/>
                  </a:lnTo>
                  <a:lnTo>
                    <a:pt x="2382297" y="8473"/>
                  </a:lnTo>
                  <a:lnTo>
                    <a:pt x="2416651" y="31591"/>
                  </a:lnTo>
                  <a:lnTo>
                    <a:pt x="2439812" y="65901"/>
                  </a:lnTo>
                  <a:lnTo>
                    <a:pt x="2448305" y="107950"/>
                  </a:lnTo>
                  <a:lnTo>
                    <a:pt x="2448305" y="540004"/>
                  </a:lnTo>
                  <a:lnTo>
                    <a:pt x="2439812" y="582060"/>
                  </a:lnTo>
                  <a:lnTo>
                    <a:pt x="2416651" y="616388"/>
                  </a:lnTo>
                  <a:lnTo>
                    <a:pt x="2382297" y="639523"/>
                  </a:lnTo>
                  <a:lnTo>
                    <a:pt x="2340229" y="648004"/>
                  </a:lnTo>
                  <a:lnTo>
                    <a:pt x="108076" y="648004"/>
                  </a:lnTo>
                  <a:lnTo>
                    <a:pt x="66008" y="639523"/>
                  </a:lnTo>
                  <a:lnTo>
                    <a:pt x="31654" y="616388"/>
                  </a:lnTo>
                  <a:lnTo>
                    <a:pt x="8493" y="582060"/>
                  </a:lnTo>
                  <a:lnTo>
                    <a:pt x="0" y="540004"/>
                  </a:lnTo>
                  <a:lnTo>
                    <a:pt x="0" y="1079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73326" y="5104891"/>
            <a:ext cx="1280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Devices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152765" y="4938648"/>
            <a:ext cx="2172970" cy="661035"/>
            <a:chOff x="8152765" y="4938648"/>
            <a:chExt cx="2172970" cy="661035"/>
          </a:xfrm>
        </p:grpSpPr>
        <p:sp>
          <p:nvSpPr>
            <p:cNvPr id="11" name="object 11"/>
            <p:cNvSpPr/>
            <p:nvPr/>
          </p:nvSpPr>
          <p:spPr>
            <a:xfrm>
              <a:off x="8159115" y="4944998"/>
              <a:ext cx="2160270" cy="648335"/>
            </a:xfrm>
            <a:custGeom>
              <a:avLst/>
              <a:gdLst/>
              <a:ahLst/>
              <a:cxnLst/>
              <a:rect l="l" t="t" r="r" b="b"/>
              <a:pathLst>
                <a:path w="2160270" h="648335">
                  <a:moveTo>
                    <a:pt x="2052319" y="0"/>
                  </a:moveTo>
                  <a:lnTo>
                    <a:pt x="108076" y="0"/>
                  </a:lnTo>
                  <a:lnTo>
                    <a:pt x="66008" y="8473"/>
                  </a:lnTo>
                  <a:lnTo>
                    <a:pt x="31654" y="31591"/>
                  </a:lnTo>
                  <a:lnTo>
                    <a:pt x="8493" y="65901"/>
                  </a:lnTo>
                  <a:lnTo>
                    <a:pt x="0" y="107950"/>
                  </a:lnTo>
                  <a:lnTo>
                    <a:pt x="0" y="540004"/>
                  </a:lnTo>
                  <a:lnTo>
                    <a:pt x="8493" y="582060"/>
                  </a:lnTo>
                  <a:lnTo>
                    <a:pt x="31654" y="616388"/>
                  </a:lnTo>
                  <a:lnTo>
                    <a:pt x="66008" y="639523"/>
                  </a:lnTo>
                  <a:lnTo>
                    <a:pt x="108076" y="648004"/>
                  </a:lnTo>
                  <a:lnTo>
                    <a:pt x="2052319" y="648004"/>
                  </a:lnTo>
                  <a:lnTo>
                    <a:pt x="2094315" y="639523"/>
                  </a:lnTo>
                  <a:lnTo>
                    <a:pt x="2128631" y="616388"/>
                  </a:lnTo>
                  <a:lnTo>
                    <a:pt x="2151778" y="582060"/>
                  </a:lnTo>
                  <a:lnTo>
                    <a:pt x="2160269" y="540004"/>
                  </a:lnTo>
                  <a:lnTo>
                    <a:pt x="2160269" y="107950"/>
                  </a:lnTo>
                  <a:lnTo>
                    <a:pt x="2151778" y="65901"/>
                  </a:lnTo>
                  <a:lnTo>
                    <a:pt x="2128631" y="31591"/>
                  </a:lnTo>
                  <a:lnTo>
                    <a:pt x="2094315" y="8473"/>
                  </a:lnTo>
                  <a:lnTo>
                    <a:pt x="20523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9115" y="4944998"/>
              <a:ext cx="2160270" cy="648335"/>
            </a:xfrm>
            <a:custGeom>
              <a:avLst/>
              <a:gdLst/>
              <a:ahLst/>
              <a:cxnLst/>
              <a:rect l="l" t="t" r="r" b="b"/>
              <a:pathLst>
                <a:path w="2160270" h="648335">
                  <a:moveTo>
                    <a:pt x="0" y="107950"/>
                  </a:moveTo>
                  <a:lnTo>
                    <a:pt x="8493" y="65901"/>
                  </a:lnTo>
                  <a:lnTo>
                    <a:pt x="31654" y="31591"/>
                  </a:lnTo>
                  <a:lnTo>
                    <a:pt x="66008" y="8473"/>
                  </a:lnTo>
                  <a:lnTo>
                    <a:pt x="108076" y="0"/>
                  </a:lnTo>
                  <a:lnTo>
                    <a:pt x="2052319" y="0"/>
                  </a:lnTo>
                  <a:lnTo>
                    <a:pt x="2094315" y="8473"/>
                  </a:lnTo>
                  <a:lnTo>
                    <a:pt x="2128631" y="31591"/>
                  </a:lnTo>
                  <a:lnTo>
                    <a:pt x="2151778" y="65901"/>
                  </a:lnTo>
                  <a:lnTo>
                    <a:pt x="2160269" y="107950"/>
                  </a:lnTo>
                  <a:lnTo>
                    <a:pt x="2160269" y="540004"/>
                  </a:lnTo>
                  <a:lnTo>
                    <a:pt x="2151778" y="582060"/>
                  </a:lnTo>
                  <a:lnTo>
                    <a:pt x="2128631" y="616388"/>
                  </a:lnTo>
                  <a:lnTo>
                    <a:pt x="2094315" y="639523"/>
                  </a:lnTo>
                  <a:lnTo>
                    <a:pt x="2052319" y="648004"/>
                  </a:lnTo>
                  <a:lnTo>
                    <a:pt x="108076" y="648004"/>
                  </a:lnTo>
                  <a:lnTo>
                    <a:pt x="66008" y="639523"/>
                  </a:lnTo>
                  <a:lnTo>
                    <a:pt x="31654" y="616388"/>
                  </a:lnTo>
                  <a:lnTo>
                    <a:pt x="8493" y="582060"/>
                  </a:lnTo>
                  <a:lnTo>
                    <a:pt x="0" y="540004"/>
                  </a:lnTo>
                  <a:lnTo>
                    <a:pt x="0" y="1079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513444" y="5104891"/>
            <a:ext cx="1450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Devices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92396" y="978153"/>
            <a:ext cx="3469004" cy="805180"/>
            <a:chOff x="4192396" y="978153"/>
            <a:chExt cx="3469004" cy="805180"/>
          </a:xfrm>
        </p:grpSpPr>
        <p:sp>
          <p:nvSpPr>
            <p:cNvPr id="15" name="object 15"/>
            <p:cNvSpPr/>
            <p:nvPr/>
          </p:nvSpPr>
          <p:spPr>
            <a:xfrm>
              <a:off x="4198746" y="984503"/>
              <a:ext cx="3456304" cy="792480"/>
            </a:xfrm>
            <a:custGeom>
              <a:avLst/>
              <a:gdLst/>
              <a:ahLst/>
              <a:cxnLst/>
              <a:rect l="l" t="t" r="r" b="b"/>
              <a:pathLst>
                <a:path w="3456304" h="792480">
                  <a:moveTo>
                    <a:pt x="3324352" y="0"/>
                  </a:moveTo>
                  <a:lnTo>
                    <a:pt x="131952" y="0"/>
                  </a:lnTo>
                  <a:lnTo>
                    <a:pt x="90237" y="6724"/>
                  </a:lnTo>
                  <a:lnTo>
                    <a:pt x="54013" y="25452"/>
                  </a:lnTo>
                  <a:lnTo>
                    <a:pt x="25452" y="54013"/>
                  </a:lnTo>
                  <a:lnTo>
                    <a:pt x="6724" y="90237"/>
                  </a:lnTo>
                  <a:lnTo>
                    <a:pt x="0" y="131953"/>
                  </a:lnTo>
                  <a:lnTo>
                    <a:pt x="0" y="660019"/>
                  </a:lnTo>
                  <a:lnTo>
                    <a:pt x="6724" y="701748"/>
                  </a:lnTo>
                  <a:lnTo>
                    <a:pt x="25452" y="738003"/>
                  </a:lnTo>
                  <a:lnTo>
                    <a:pt x="54013" y="766601"/>
                  </a:lnTo>
                  <a:lnTo>
                    <a:pt x="90237" y="785360"/>
                  </a:lnTo>
                  <a:lnTo>
                    <a:pt x="131952" y="792099"/>
                  </a:lnTo>
                  <a:lnTo>
                    <a:pt x="3324352" y="792099"/>
                  </a:lnTo>
                  <a:lnTo>
                    <a:pt x="3366067" y="785360"/>
                  </a:lnTo>
                  <a:lnTo>
                    <a:pt x="3402291" y="766601"/>
                  </a:lnTo>
                  <a:lnTo>
                    <a:pt x="3430852" y="738003"/>
                  </a:lnTo>
                  <a:lnTo>
                    <a:pt x="3449580" y="701748"/>
                  </a:lnTo>
                  <a:lnTo>
                    <a:pt x="3456304" y="660019"/>
                  </a:lnTo>
                  <a:lnTo>
                    <a:pt x="3456304" y="131953"/>
                  </a:lnTo>
                  <a:lnTo>
                    <a:pt x="3449580" y="90237"/>
                  </a:lnTo>
                  <a:lnTo>
                    <a:pt x="3430852" y="54013"/>
                  </a:lnTo>
                  <a:lnTo>
                    <a:pt x="3402291" y="25452"/>
                  </a:lnTo>
                  <a:lnTo>
                    <a:pt x="3366067" y="6724"/>
                  </a:lnTo>
                  <a:lnTo>
                    <a:pt x="332435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98746" y="984503"/>
              <a:ext cx="3456304" cy="792480"/>
            </a:xfrm>
            <a:custGeom>
              <a:avLst/>
              <a:gdLst/>
              <a:ahLst/>
              <a:cxnLst/>
              <a:rect l="l" t="t" r="r" b="b"/>
              <a:pathLst>
                <a:path w="3456304" h="792480">
                  <a:moveTo>
                    <a:pt x="0" y="131953"/>
                  </a:moveTo>
                  <a:lnTo>
                    <a:pt x="6724" y="90237"/>
                  </a:lnTo>
                  <a:lnTo>
                    <a:pt x="25452" y="54013"/>
                  </a:lnTo>
                  <a:lnTo>
                    <a:pt x="54013" y="25452"/>
                  </a:lnTo>
                  <a:lnTo>
                    <a:pt x="90237" y="6724"/>
                  </a:lnTo>
                  <a:lnTo>
                    <a:pt x="131952" y="0"/>
                  </a:lnTo>
                  <a:lnTo>
                    <a:pt x="3324352" y="0"/>
                  </a:lnTo>
                  <a:lnTo>
                    <a:pt x="3366067" y="6724"/>
                  </a:lnTo>
                  <a:lnTo>
                    <a:pt x="3402291" y="25452"/>
                  </a:lnTo>
                  <a:lnTo>
                    <a:pt x="3430852" y="54013"/>
                  </a:lnTo>
                  <a:lnTo>
                    <a:pt x="3449580" y="90237"/>
                  </a:lnTo>
                  <a:lnTo>
                    <a:pt x="3456304" y="131953"/>
                  </a:lnTo>
                  <a:lnTo>
                    <a:pt x="3456304" y="660019"/>
                  </a:lnTo>
                  <a:lnTo>
                    <a:pt x="3449580" y="701748"/>
                  </a:lnTo>
                  <a:lnTo>
                    <a:pt x="3430852" y="738003"/>
                  </a:lnTo>
                  <a:lnTo>
                    <a:pt x="3402291" y="766601"/>
                  </a:lnTo>
                  <a:lnTo>
                    <a:pt x="3366067" y="785360"/>
                  </a:lnTo>
                  <a:lnTo>
                    <a:pt x="3324352" y="792099"/>
                  </a:lnTo>
                  <a:lnTo>
                    <a:pt x="131952" y="792099"/>
                  </a:lnTo>
                  <a:lnTo>
                    <a:pt x="90237" y="785360"/>
                  </a:lnTo>
                  <a:lnTo>
                    <a:pt x="54013" y="766601"/>
                  </a:lnTo>
                  <a:lnTo>
                    <a:pt x="25452" y="738003"/>
                  </a:lnTo>
                  <a:lnTo>
                    <a:pt x="6724" y="701748"/>
                  </a:lnTo>
                  <a:lnTo>
                    <a:pt x="0" y="660019"/>
                  </a:lnTo>
                  <a:lnTo>
                    <a:pt x="0" y="131953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66564" y="1078484"/>
            <a:ext cx="2321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5505" marR="5080" indent="-8534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Memory </a:t>
            </a:r>
            <a:r>
              <a:rPr sz="1800" spc="-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(RAM)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192396" y="2922397"/>
            <a:ext cx="3541395" cy="805180"/>
            <a:chOff x="4192396" y="2922397"/>
            <a:chExt cx="3541395" cy="805180"/>
          </a:xfrm>
        </p:grpSpPr>
        <p:sp>
          <p:nvSpPr>
            <p:cNvPr id="19" name="object 19"/>
            <p:cNvSpPr/>
            <p:nvPr/>
          </p:nvSpPr>
          <p:spPr>
            <a:xfrm>
              <a:off x="4198746" y="2928747"/>
              <a:ext cx="3528695" cy="792480"/>
            </a:xfrm>
            <a:custGeom>
              <a:avLst/>
              <a:gdLst/>
              <a:ahLst/>
              <a:cxnLst/>
              <a:rect l="l" t="t" r="r" b="b"/>
              <a:pathLst>
                <a:path w="3528695" h="792479">
                  <a:moveTo>
                    <a:pt x="3396360" y="0"/>
                  </a:moveTo>
                  <a:lnTo>
                    <a:pt x="131952" y="0"/>
                  </a:lnTo>
                  <a:lnTo>
                    <a:pt x="90237" y="6724"/>
                  </a:lnTo>
                  <a:lnTo>
                    <a:pt x="54013" y="25452"/>
                  </a:lnTo>
                  <a:lnTo>
                    <a:pt x="25452" y="54013"/>
                  </a:lnTo>
                  <a:lnTo>
                    <a:pt x="6724" y="90237"/>
                  </a:lnTo>
                  <a:lnTo>
                    <a:pt x="0" y="131952"/>
                  </a:lnTo>
                  <a:lnTo>
                    <a:pt x="0" y="660018"/>
                  </a:lnTo>
                  <a:lnTo>
                    <a:pt x="6724" y="701748"/>
                  </a:lnTo>
                  <a:lnTo>
                    <a:pt x="25452" y="738003"/>
                  </a:lnTo>
                  <a:lnTo>
                    <a:pt x="54013" y="766601"/>
                  </a:lnTo>
                  <a:lnTo>
                    <a:pt x="90237" y="785360"/>
                  </a:lnTo>
                  <a:lnTo>
                    <a:pt x="131952" y="792098"/>
                  </a:lnTo>
                  <a:lnTo>
                    <a:pt x="3396360" y="792098"/>
                  </a:lnTo>
                  <a:lnTo>
                    <a:pt x="3438076" y="785360"/>
                  </a:lnTo>
                  <a:lnTo>
                    <a:pt x="3474300" y="766601"/>
                  </a:lnTo>
                  <a:lnTo>
                    <a:pt x="3502861" y="738003"/>
                  </a:lnTo>
                  <a:lnTo>
                    <a:pt x="3521589" y="701748"/>
                  </a:lnTo>
                  <a:lnTo>
                    <a:pt x="3528313" y="660018"/>
                  </a:lnTo>
                  <a:lnTo>
                    <a:pt x="3528313" y="131952"/>
                  </a:lnTo>
                  <a:lnTo>
                    <a:pt x="3521589" y="90237"/>
                  </a:lnTo>
                  <a:lnTo>
                    <a:pt x="3502861" y="54013"/>
                  </a:lnTo>
                  <a:lnTo>
                    <a:pt x="3474300" y="25452"/>
                  </a:lnTo>
                  <a:lnTo>
                    <a:pt x="3438076" y="6724"/>
                  </a:lnTo>
                  <a:lnTo>
                    <a:pt x="33963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98746" y="2928747"/>
              <a:ext cx="3528695" cy="792480"/>
            </a:xfrm>
            <a:custGeom>
              <a:avLst/>
              <a:gdLst/>
              <a:ahLst/>
              <a:cxnLst/>
              <a:rect l="l" t="t" r="r" b="b"/>
              <a:pathLst>
                <a:path w="3528695" h="792479">
                  <a:moveTo>
                    <a:pt x="0" y="131952"/>
                  </a:moveTo>
                  <a:lnTo>
                    <a:pt x="6724" y="90237"/>
                  </a:lnTo>
                  <a:lnTo>
                    <a:pt x="25452" y="54013"/>
                  </a:lnTo>
                  <a:lnTo>
                    <a:pt x="54013" y="25452"/>
                  </a:lnTo>
                  <a:lnTo>
                    <a:pt x="90237" y="6724"/>
                  </a:lnTo>
                  <a:lnTo>
                    <a:pt x="131952" y="0"/>
                  </a:lnTo>
                  <a:lnTo>
                    <a:pt x="3396360" y="0"/>
                  </a:lnTo>
                  <a:lnTo>
                    <a:pt x="3438076" y="6724"/>
                  </a:lnTo>
                  <a:lnTo>
                    <a:pt x="3474300" y="25452"/>
                  </a:lnTo>
                  <a:lnTo>
                    <a:pt x="3502861" y="54013"/>
                  </a:lnTo>
                  <a:lnTo>
                    <a:pt x="3521589" y="90237"/>
                  </a:lnTo>
                  <a:lnTo>
                    <a:pt x="3528313" y="131952"/>
                  </a:lnTo>
                  <a:lnTo>
                    <a:pt x="3528313" y="660018"/>
                  </a:lnTo>
                  <a:lnTo>
                    <a:pt x="3521589" y="701748"/>
                  </a:lnTo>
                  <a:lnTo>
                    <a:pt x="3502861" y="738003"/>
                  </a:lnTo>
                  <a:lnTo>
                    <a:pt x="3474300" y="766601"/>
                  </a:lnTo>
                  <a:lnTo>
                    <a:pt x="3438076" y="785360"/>
                  </a:lnTo>
                  <a:lnTo>
                    <a:pt x="3396360" y="792098"/>
                  </a:lnTo>
                  <a:lnTo>
                    <a:pt x="131952" y="792098"/>
                  </a:lnTo>
                  <a:lnTo>
                    <a:pt x="90237" y="785360"/>
                  </a:lnTo>
                  <a:lnTo>
                    <a:pt x="54013" y="766601"/>
                  </a:lnTo>
                  <a:lnTo>
                    <a:pt x="25452" y="738003"/>
                  </a:lnTo>
                  <a:lnTo>
                    <a:pt x="6724" y="701748"/>
                  </a:lnTo>
                  <a:lnTo>
                    <a:pt x="0" y="660018"/>
                  </a:lnTo>
                  <a:lnTo>
                    <a:pt x="0" y="1319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75021" y="3023108"/>
            <a:ext cx="2176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6769" marR="5080" indent="-81470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Central Processing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Unit </a:t>
            </a:r>
            <a:r>
              <a:rPr sz="1800" spc="-3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(CPU)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36415" y="4938648"/>
            <a:ext cx="3397250" cy="661035"/>
            <a:chOff x="4336415" y="4938648"/>
            <a:chExt cx="3397250" cy="661035"/>
          </a:xfrm>
        </p:grpSpPr>
        <p:sp>
          <p:nvSpPr>
            <p:cNvPr id="23" name="object 23"/>
            <p:cNvSpPr/>
            <p:nvPr/>
          </p:nvSpPr>
          <p:spPr>
            <a:xfrm>
              <a:off x="4342765" y="4944998"/>
              <a:ext cx="3384550" cy="648335"/>
            </a:xfrm>
            <a:custGeom>
              <a:avLst/>
              <a:gdLst/>
              <a:ahLst/>
              <a:cxnLst/>
              <a:rect l="l" t="t" r="r" b="b"/>
              <a:pathLst>
                <a:path w="3384550" h="648335">
                  <a:moveTo>
                    <a:pt x="3276345" y="0"/>
                  </a:moveTo>
                  <a:lnTo>
                    <a:pt x="107950" y="0"/>
                  </a:lnTo>
                  <a:lnTo>
                    <a:pt x="65954" y="8473"/>
                  </a:lnTo>
                  <a:lnTo>
                    <a:pt x="31638" y="31591"/>
                  </a:lnTo>
                  <a:lnTo>
                    <a:pt x="8491" y="65901"/>
                  </a:lnTo>
                  <a:lnTo>
                    <a:pt x="0" y="107950"/>
                  </a:lnTo>
                  <a:lnTo>
                    <a:pt x="0" y="540004"/>
                  </a:lnTo>
                  <a:lnTo>
                    <a:pt x="8491" y="582060"/>
                  </a:lnTo>
                  <a:lnTo>
                    <a:pt x="31638" y="616388"/>
                  </a:lnTo>
                  <a:lnTo>
                    <a:pt x="65954" y="639523"/>
                  </a:lnTo>
                  <a:lnTo>
                    <a:pt x="107950" y="648004"/>
                  </a:lnTo>
                  <a:lnTo>
                    <a:pt x="3276345" y="648004"/>
                  </a:lnTo>
                  <a:lnTo>
                    <a:pt x="3318394" y="639523"/>
                  </a:lnTo>
                  <a:lnTo>
                    <a:pt x="3352704" y="616388"/>
                  </a:lnTo>
                  <a:lnTo>
                    <a:pt x="3375822" y="582060"/>
                  </a:lnTo>
                  <a:lnTo>
                    <a:pt x="3384295" y="540004"/>
                  </a:lnTo>
                  <a:lnTo>
                    <a:pt x="3384295" y="107950"/>
                  </a:lnTo>
                  <a:lnTo>
                    <a:pt x="3375822" y="65901"/>
                  </a:lnTo>
                  <a:lnTo>
                    <a:pt x="3352704" y="31591"/>
                  </a:lnTo>
                  <a:lnTo>
                    <a:pt x="3318394" y="8473"/>
                  </a:lnTo>
                  <a:lnTo>
                    <a:pt x="327634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42765" y="4944998"/>
              <a:ext cx="3384550" cy="648335"/>
            </a:xfrm>
            <a:custGeom>
              <a:avLst/>
              <a:gdLst/>
              <a:ahLst/>
              <a:cxnLst/>
              <a:rect l="l" t="t" r="r" b="b"/>
              <a:pathLst>
                <a:path w="3384550" h="648335">
                  <a:moveTo>
                    <a:pt x="0" y="107950"/>
                  </a:moveTo>
                  <a:lnTo>
                    <a:pt x="8491" y="65901"/>
                  </a:lnTo>
                  <a:lnTo>
                    <a:pt x="31638" y="31591"/>
                  </a:lnTo>
                  <a:lnTo>
                    <a:pt x="65954" y="8473"/>
                  </a:lnTo>
                  <a:lnTo>
                    <a:pt x="107950" y="0"/>
                  </a:lnTo>
                  <a:lnTo>
                    <a:pt x="3276345" y="0"/>
                  </a:lnTo>
                  <a:lnTo>
                    <a:pt x="3318394" y="8473"/>
                  </a:lnTo>
                  <a:lnTo>
                    <a:pt x="3352704" y="31591"/>
                  </a:lnTo>
                  <a:lnTo>
                    <a:pt x="3375822" y="65901"/>
                  </a:lnTo>
                  <a:lnTo>
                    <a:pt x="3384295" y="107950"/>
                  </a:lnTo>
                  <a:lnTo>
                    <a:pt x="3384295" y="540004"/>
                  </a:lnTo>
                  <a:lnTo>
                    <a:pt x="3375822" y="582060"/>
                  </a:lnTo>
                  <a:lnTo>
                    <a:pt x="3352704" y="616388"/>
                  </a:lnTo>
                  <a:lnTo>
                    <a:pt x="3318394" y="639523"/>
                  </a:lnTo>
                  <a:lnTo>
                    <a:pt x="3276345" y="648004"/>
                  </a:lnTo>
                  <a:lnTo>
                    <a:pt x="107950" y="648004"/>
                  </a:lnTo>
                  <a:lnTo>
                    <a:pt x="65954" y="639523"/>
                  </a:lnTo>
                  <a:lnTo>
                    <a:pt x="31638" y="616388"/>
                  </a:lnTo>
                  <a:lnTo>
                    <a:pt x="8491" y="582060"/>
                  </a:lnTo>
                  <a:lnTo>
                    <a:pt x="0" y="540004"/>
                  </a:lnTo>
                  <a:lnTo>
                    <a:pt x="0" y="1079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928361" y="4967732"/>
            <a:ext cx="2212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5030" marR="5080" indent="-86296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Input-Output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Processor </a:t>
            </a:r>
            <a:r>
              <a:rPr sz="1800" spc="-3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(IOP)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84046" y="1776602"/>
            <a:ext cx="6775450" cy="3544570"/>
            <a:chOff x="1384046" y="1776602"/>
            <a:chExt cx="6775450" cy="3544570"/>
          </a:xfrm>
        </p:grpSpPr>
        <p:sp>
          <p:nvSpPr>
            <p:cNvPr id="27" name="object 27"/>
            <p:cNvSpPr/>
            <p:nvPr/>
          </p:nvSpPr>
          <p:spPr>
            <a:xfrm>
              <a:off x="3838702" y="1776602"/>
              <a:ext cx="4320540" cy="3544570"/>
            </a:xfrm>
            <a:custGeom>
              <a:avLst/>
              <a:gdLst/>
              <a:ahLst/>
              <a:cxnLst/>
              <a:rect l="l" t="t" r="r" b="b"/>
              <a:pathLst>
                <a:path w="4320540" h="3544570">
                  <a:moveTo>
                    <a:pt x="504063" y="3492373"/>
                  </a:moveTo>
                  <a:lnTo>
                    <a:pt x="493166" y="3486023"/>
                  </a:lnTo>
                  <a:lnTo>
                    <a:pt x="415417" y="3440684"/>
                  </a:lnTo>
                  <a:lnTo>
                    <a:pt x="411607" y="3441700"/>
                  </a:lnTo>
                  <a:lnTo>
                    <a:pt x="408051" y="3447796"/>
                  </a:lnTo>
                  <a:lnTo>
                    <a:pt x="409067" y="3451606"/>
                  </a:lnTo>
                  <a:lnTo>
                    <a:pt x="468045" y="3486023"/>
                  </a:lnTo>
                  <a:lnTo>
                    <a:pt x="0" y="3486023"/>
                  </a:lnTo>
                  <a:lnTo>
                    <a:pt x="0" y="3498723"/>
                  </a:lnTo>
                  <a:lnTo>
                    <a:pt x="468045" y="3498723"/>
                  </a:lnTo>
                  <a:lnTo>
                    <a:pt x="409067" y="3533140"/>
                  </a:lnTo>
                  <a:lnTo>
                    <a:pt x="408051" y="3536950"/>
                  </a:lnTo>
                  <a:lnTo>
                    <a:pt x="411607" y="3543046"/>
                  </a:lnTo>
                  <a:lnTo>
                    <a:pt x="415417" y="3544062"/>
                  </a:lnTo>
                  <a:lnTo>
                    <a:pt x="493166" y="3498723"/>
                  </a:lnTo>
                  <a:lnTo>
                    <a:pt x="504063" y="3492373"/>
                  </a:lnTo>
                  <a:close/>
                </a:path>
                <a:path w="4320540" h="3544570">
                  <a:moveTo>
                    <a:pt x="1635887" y="2032762"/>
                  </a:moveTo>
                  <a:lnTo>
                    <a:pt x="1591602" y="1956816"/>
                  </a:lnTo>
                  <a:lnTo>
                    <a:pt x="1584198" y="1944116"/>
                  </a:lnTo>
                  <a:lnTo>
                    <a:pt x="1532509" y="2032762"/>
                  </a:lnTo>
                  <a:lnTo>
                    <a:pt x="1533525" y="2036699"/>
                  </a:lnTo>
                  <a:lnTo>
                    <a:pt x="1536573" y="2038477"/>
                  </a:lnTo>
                  <a:lnTo>
                    <a:pt x="1539494" y="2040255"/>
                  </a:lnTo>
                  <a:lnTo>
                    <a:pt x="1543431" y="2039239"/>
                  </a:lnTo>
                  <a:lnTo>
                    <a:pt x="1577848" y="1980247"/>
                  </a:lnTo>
                  <a:lnTo>
                    <a:pt x="1577848" y="3168396"/>
                  </a:lnTo>
                  <a:lnTo>
                    <a:pt x="1590548" y="3168396"/>
                  </a:lnTo>
                  <a:lnTo>
                    <a:pt x="1590548" y="1980247"/>
                  </a:lnTo>
                  <a:lnTo>
                    <a:pt x="1623187" y="2036191"/>
                  </a:lnTo>
                  <a:lnTo>
                    <a:pt x="1624838" y="2039239"/>
                  </a:lnTo>
                  <a:lnTo>
                    <a:pt x="1628775" y="2040255"/>
                  </a:lnTo>
                  <a:lnTo>
                    <a:pt x="1634871" y="2036699"/>
                  </a:lnTo>
                  <a:lnTo>
                    <a:pt x="1635887" y="2032762"/>
                  </a:lnTo>
                  <a:close/>
                </a:path>
                <a:path w="4320540" h="3544570">
                  <a:moveTo>
                    <a:pt x="1635887" y="88646"/>
                  </a:moveTo>
                  <a:lnTo>
                    <a:pt x="1591525" y="12573"/>
                  </a:lnTo>
                  <a:lnTo>
                    <a:pt x="1584198" y="0"/>
                  </a:lnTo>
                  <a:lnTo>
                    <a:pt x="1532509" y="88646"/>
                  </a:lnTo>
                  <a:lnTo>
                    <a:pt x="1533525" y="92456"/>
                  </a:lnTo>
                  <a:lnTo>
                    <a:pt x="1536573" y="94234"/>
                  </a:lnTo>
                  <a:lnTo>
                    <a:pt x="1539494" y="96012"/>
                  </a:lnTo>
                  <a:lnTo>
                    <a:pt x="1543431" y="94996"/>
                  </a:lnTo>
                  <a:lnTo>
                    <a:pt x="1577848" y="36004"/>
                  </a:lnTo>
                  <a:lnTo>
                    <a:pt x="1577848" y="1152144"/>
                  </a:lnTo>
                  <a:lnTo>
                    <a:pt x="1590548" y="1152144"/>
                  </a:lnTo>
                  <a:lnTo>
                    <a:pt x="1590548" y="36004"/>
                  </a:lnTo>
                  <a:lnTo>
                    <a:pt x="1623187" y="91948"/>
                  </a:lnTo>
                  <a:lnTo>
                    <a:pt x="1624838" y="94996"/>
                  </a:lnTo>
                  <a:lnTo>
                    <a:pt x="1628775" y="96012"/>
                  </a:lnTo>
                  <a:lnTo>
                    <a:pt x="1634871" y="92456"/>
                  </a:lnTo>
                  <a:lnTo>
                    <a:pt x="1635887" y="88646"/>
                  </a:lnTo>
                  <a:close/>
                </a:path>
                <a:path w="4320540" h="3544570">
                  <a:moveTo>
                    <a:pt x="2499995" y="3079750"/>
                  </a:moveTo>
                  <a:lnTo>
                    <a:pt x="2498979" y="3075813"/>
                  </a:lnTo>
                  <a:lnTo>
                    <a:pt x="2492883" y="3072257"/>
                  </a:lnTo>
                  <a:lnTo>
                    <a:pt x="2488946" y="3073273"/>
                  </a:lnTo>
                  <a:lnTo>
                    <a:pt x="2454656" y="3132061"/>
                  </a:lnTo>
                  <a:lnTo>
                    <a:pt x="2454529" y="3132277"/>
                  </a:lnTo>
                  <a:lnTo>
                    <a:pt x="2454656" y="1944243"/>
                  </a:lnTo>
                  <a:lnTo>
                    <a:pt x="2441956" y="1944243"/>
                  </a:lnTo>
                  <a:lnTo>
                    <a:pt x="2441956" y="3132277"/>
                  </a:lnTo>
                  <a:lnTo>
                    <a:pt x="2441956" y="3155823"/>
                  </a:lnTo>
                  <a:lnTo>
                    <a:pt x="2441829" y="3132061"/>
                  </a:lnTo>
                  <a:lnTo>
                    <a:pt x="2407539" y="3073273"/>
                  </a:lnTo>
                  <a:lnTo>
                    <a:pt x="2403602" y="3072257"/>
                  </a:lnTo>
                  <a:lnTo>
                    <a:pt x="2400554" y="3074035"/>
                  </a:lnTo>
                  <a:lnTo>
                    <a:pt x="2397633" y="3075813"/>
                  </a:lnTo>
                  <a:lnTo>
                    <a:pt x="2396617" y="3079750"/>
                  </a:lnTo>
                  <a:lnTo>
                    <a:pt x="2398268" y="3082798"/>
                  </a:lnTo>
                  <a:lnTo>
                    <a:pt x="2448306" y="3168396"/>
                  </a:lnTo>
                  <a:lnTo>
                    <a:pt x="2455634" y="3155823"/>
                  </a:lnTo>
                  <a:lnTo>
                    <a:pt x="2499995" y="3079750"/>
                  </a:lnTo>
                  <a:close/>
                </a:path>
                <a:path w="4320540" h="3544570">
                  <a:moveTo>
                    <a:pt x="2499995" y="1063498"/>
                  </a:moveTo>
                  <a:lnTo>
                    <a:pt x="2498979" y="1059561"/>
                  </a:lnTo>
                  <a:lnTo>
                    <a:pt x="2495931" y="1057910"/>
                  </a:lnTo>
                  <a:lnTo>
                    <a:pt x="2492883" y="1056132"/>
                  </a:lnTo>
                  <a:lnTo>
                    <a:pt x="2488946" y="1057148"/>
                  </a:lnTo>
                  <a:lnTo>
                    <a:pt x="2454656" y="1115936"/>
                  </a:lnTo>
                  <a:lnTo>
                    <a:pt x="2454529" y="1116152"/>
                  </a:lnTo>
                  <a:lnTo>
                    <a:pt x="2454656" y="0"/>
                  </a:lnTo>
                  <a:lnTo>
                    <a:pt x="2441956" y="0"/>
                  </a:lnTo>
                  <a:lnTo>
                    <a:pt x="2441956" y="1116152"/>
                  </a:lnTo>
                  <a:lnTo>
                    <a:pt x="2441956" y="1139571"/>
                  </a:lnTo>
                  <a:lnTo>
                    <a:pt x="2441829" y="1115936"/>
                  </a:lnTo>
                  <a:lnTo>
                    <a:pt x="2407539" y="1057148"/>
                  </a:lnTo>
                  <a:lnTo>
                    <a:pt x="2403602" y="1056132"/>
                  </a:lnTo>
                  <a:lnTo>
                    <a:pt x="2400554" y="1057910"/>
                  </a:lnTo>
                  <a:lnTo>
                    <a:pt x="2397633" y="1059561"/>
                  </a:lnTo>
                  <a:lnTo>
                    <a:pt x="2396617" y="1063498"/>
                  </a:lnTo>
                  <a:lnTo>
                    <a:pt x="2398268" y="1066546"/>
                  </a:lnTo>
                  <a:lnTo>
                    <a:pt x="2448306" y="1152144"/>
                  </a:lnTo>
                  <a:lnTo>
                    <a:pt x="2455634" y="1139571"/>
                  </a:lnTo>
                  <a:lnTo>
                    <a:pt x="2499995" y="1063498"/>
                  </a:lnTo>
                  <a:close/>
                </a:path>
                <a:path w="4320540" h="3544570">
                  <a:moveTo>
                    <a:pt x="4320540" y="3492373"/>
                  </a:moveTo>
                  <a:lnTo>
                    <a:pt x="4309643" y="3486023"/>
                  </a:lnTo>
                  <a:lnTo>
                    <a:pt x="4231894" y="3440684"/>
                  </a:lnTo>
                  <a:lnTo>
                    <a:pt x="4227957" y="3441700"/>
                  </a:lnTo>
                  <a:lnTo>
                    <a:pt x="4224401" y="3447796"/>
                  </a:lnTo>
                  <a:lnTo>
                    <a:pt x="4225417" y="3451606"/>
                  </a:lnTo>
                  <a:lnTo>
                    <a:pt x="4284396" y="3486023"/>
                  </a:lnTo>
                  <a:lnTo>
                    <a:pt x="3888359" y="3486023"/>
                  </a:lnTo>
                  <a:lnTo>
                    <a:pt x="3888359" y="3498723"/>
                  </a:lnTo>
                  <a:lnTo>
                    <a:pt x="4284396" y="3498723"/>
                  </a:lnTo>
                  <a:lnTo>
                    <a:pt x="4225417" y="3533140"/>
                  </a:lnTo>
                  <a:lnTo>
                    <a:pt x="4224401" y="3536950"/>
                  </a:lnTo>
                  <a:lnTo>
                    <a:pt x="4227957" y="3543046"/>
                  </a:lnTo>
                  <a:lnTo>
                    <a:pt x="4231894" y="3544062"/>
                  </a:lnTo>
                  <a:lnTo>
                    <a:pt x="4309643" y="3498723"/>
                  </a:lnTo>
                  <a:lnTo>
                    <a:pt x="4320540" y="349237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90396" y="2928747"/>
              <a:ext cx="2448560" cy="936625"/>
            </a:xfrm>
            <a:custGeom>
              <a:avLst/>
              <a:gdLst/>
              <a:ahLst/>
              <a:cxnLst/>
              <a:rect l="l" t="t" r="r" b="b"/>
              <a:pathLst>
                <a:path w="2448560" h="936625">
                  <a:moveTo>
                    <a:pt x="2292223" y="0"/>
                  </a:moveTo>
                  <a:lnTo>
                    <a:pt x="156082" y="0"/>
                  </a:lnTo>
                  <a:lnTo>
                    <a:pt x="106736" y="7953"/>
                  </a:lnTo>
                  <a:lnTo>
                    <a:pt x="63889" y="30097"/>
                  </a:lnTo>
                  <a:lnTo>
                    <a:pt x="30106" y="63861"/>
                  </a:lnTo>
                  <a:lnTo>
                    <a:pt x="7954" y="106671"/>
                  </a:lnTo>
                  <a:lnTo>
                    <a:pt x="0" y="155955"/>
                  </a:lnTo>
                  <a:lnTo>
                    <a:pt x="0" y="780033"/>
                  </a:lnTo>
                  <a:lnTo>
                    <a:pt x="7954" y="829380"/>
                  </a:lnTo>
                  <a:lnTo>
                    <a:pt x="30106" y="872227"/>
                  </a:lnTo>
                  <a:lnTo>
                    <a:pt x="63889" y="906010"/>
                  </a:lnTo>
                  <a:lnTo>
                    <a:pt x="106736" y="928162"/>
                  </a:lnTo>
                  <a:lnTo>
                    <a:pt x="156082" y="936116"/>
                  </a:lnTo>
                  <a:lnTo>
                    <a:pt x="2292223" y="936116"/>
                  </a:lnTo>
                  <a:lnTo>
                    <a:pt x="2341569" y="928162"/>
                  </a:lnTo>
                  <a:lnTo>
                    <a:pt x="2384416" y="906010"/>
                  </a:lnTo>
                  <a:lnTo>
                    <a:pt x="2418199" y="872227"/>
                  </a:lnTo>
                  <a:lnTo>
                    <a:pt x="2440351" y="829380"/>
                  </a:lnTo>
                  <a:lnTo>
                    <a:pt x="2448305" y="780033"/>
                  </a:lnTo>
                  <a:lnTo>
                    <a:pt x="2448305" y="155955"/>
                  </a:lnTo>
                  <a:lnTo>
                    <a:pt x="2440351" y="106671"/>
                  </a:lnTo>
                  <a:lnTo>
                    <a:pt x="2418199" y="63861"/>
                  </a:lnTo>
                  <a:lnTo>
                    <a:pt x="2384416" y="30097"/>
                  </a:lnTo>
                  <a:lnTo>
                    <a:pt x="2341569" y="7953"/>
                  </a:lnTo>
                  <a:lnTo>
                    <a:pt x="229222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90396" y="2928747"/>
              <a:ext cx="2448560" cy="936625"/>
            </a:xfrm>
            <a:custGeom>
              <a:avLst/>
              <a:gdLst/>
              <a:ahLst/>
              <a:cxnLst/>
              <a:rect l="l" t="t" r="r" b="b"/>
              <a:pathLst>
                <a:path w="2448560" h="936625">
                  <a:moveTo>
                    <a:pt x="0" y="155955"/>
                  </a:moveTo>
                  <a:lnTo>
                    <a:pt x="7954" y="106671"/>
                  </a:lnTo>
                  <a:lnTo>
                    <a:pt x="30106" y="63861"/>
                  </a:lnTo>
                  <a:lnTo>
                    <a:pt x="63889" y="30097"/>
                  </a:lnTo>
                  <a:lnTo>
                    <a:pt x="106736" y="7953"/>
                  </a:lnTo>
                  <a:lnTo>
                    <a:pt x="156082" y="0"/>
                  </a:lnTo>
                  <a:lnTo>
                    <a:pt x="2292223" y="0"/>
                  </a:lnTo>
                  <a:lnTo>
                    <a:pt x="2341569" y="7953"/>
                  </a:lnTo>
                  <a:lnTo>
                    <a:pt x="2384416" y="30097"/>
                  </a:lnTo>
                  <a:lnTo>
                    <a:pt x="2418199" y="63861"/>
                  </a:lnTo>
                  <a:lnTo>
                    <a:pt x="2440351" y="106671"/>
                  </a:lnTo>
                  <a:lnTo>
                    <a:pt x="2448305" y="155955"/>
                  </a:lnTo>
                  <a:lnTo>
                    <a:pt x="2448305" y="780033"/>
                  </a:lnTo>
                  <a:lnTo>
                    <a:pt x="2440351" y="829380"/>
                  </a:lnTo>
                  <a:lnTo>
                    <a:pt x="2418199" y="872227"/>
                  </a:lnTo>
                  <a:lnTo>
                    <a:pt x="2384416" y="906010"/>
                  </a:lnTo>
                  <a:lnTo>
                    <a:pt x="2341569" y="928162"/>
                  </a:lnTo>
                  <a:lnTo>
                    <a:pt x="2292223" y="936116"/>
                  </a:lnTo>
                  <a:lnTo>
                    <a:pt x="156082" y="936116"/>
                  </a:lnTo>
                  <a:lnTo>
                    <a:pt x="106736" y="928162"/>
                  </a:lnTo>
                  <a:lnTo>
                    <a:pt x="63889" y="906010"/>
                  </a:lnTo>
                  <a:lnTo>
                    <a:pt x="30106" y="872227"/>
                  </a:lnTo>
                  <a:lnTo>
                    <a:pt x="7954" y="829380"/>
                  </a:lnTo>
                  <a:lnTo>
                    <a:pt x="0" y="780033"/>
                  </a:lnTo>
                  <a:lnTo>
                    <a:pt x="0" y="15595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519808" y="3094990"/>
            <a:ext cx="21888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Arithmetic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(ALU)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52765" y="2634360"/>
            <a:ext cx="2101215" cy="697230"/>
            <a:chOff x="8152765" y="2634360"/>
            <a:chExt cx="2101215" cy="697230"/>
          </a:xfrm>
        </p:grpSpPr>
        <p:sp>
          <p:nvSpPr>
            <p:cNvPr id="32" name="object 32"/>
            <p:cNvSpPr/>
            <p:nvPr/>
          </p:nvSpPr>
          <p:spPr>
            <a:xfrm>
              <a:off x="8159115" y="2640710"/>
              <a:ext cx="2088514" cy="684530"/>
            </a:xfrm>
            <a:custGeom>
              <a:avLst/>
              <a:gdLst/>
              <a:ahLst/>
              <a:cxnLst/>
              <a:rect l="l" t="t" r="r" b="b"/>
              <a:pathLst>
                <a:path w="2088515" h="684529">
                  <a:moveTo>
                    <a:pt x="1974214" y="0"/>
                  </a:moveTo>
                  <a:lnTo>
                    <a:pt x="114045" y="0"/>
                  </a:lnTo>
                  <a:lnTo>
                    <a:pt x="69651" y="8961"/>
                  </a:lnTo>
                  <a:lnTo>
                    <a:pt x="33400" y="33400"/>
                  </a:lnTo>
                  <a:lnTo>
                    <a:pt x="8961" y="69651"/>
                  </a:lnTo>
                  <a:lnTo>
                    <a:pt x="0" y="114046"/>
                  </a:lnTo>
                  <a:lnTo>
                    <a:pt x="0" y="569976"/>
                  </a:lnTo>
                  <a:lnTo>
                    <a:pt x="8961" y="614370"/>
                  </a:lnTo>
                  <a:lnTo>
                    <a:pt x="33400" y="650621"/>
                  </a:lnTo>
                  <a:lnTo>
                    <a:pt x="69651" y="675060"/>
                  </a:lnTo>
                  <a:lnTo>
                    <a:pt x="114045" y="684022"/>
                  </a:lnTo>
                  <a:lnTo>
                    <a:pt x="1974214" y="684022"/>
                  </a:lnTo>
                  <a:lnTo>
                    <a:pt x="2018609" y="675060"/>
                  </a:lnTo>
                  <a:lnTo>
                    <a:pt x="2054859" y="650621"/>
                  </a:lnTo>
                  <a:lnTo>
                    <a:pt x="2079299" y="614370"/>
                  </a:lnTo>
                  <a:lnTo>
                    <a:pt x="2088260" y="569976"/>
                  </a:lnTo>
                  <a:lnTo>
                    <a:pt x="2088260" y="114046"/>
                  </a:lnTo>
                  <a:lnTo>
                    <a:pt x="2079299" y="69651"/>
                  </a:lnTo>
                  <a:lnTo>
                    <a:pt x="2054859" y="33400"/>
                  </a:lnTo>
                  <a:lnTo>
                    <a:pt x="2018609" y="8961"/>
                  </a:lnTo>
                  <a:lnTo>
                    <a:pt x="197421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59115" y="2640710"/>
              <a:ext cx="2088514" cy="684530"/>
            </a:xfrm>
            <a:custGeom>
              <a:avLst/>
              <a:gdLst/>
              <a:ahLst/>
              <a:cxnLst/>
              <a:rect l="l" t="t" r="r" b="b"/>
              <a:pathLst>
                <a:path w="2088515" h="684529">
                  <a:moveTo>
                    <a:pt x="0" y="114046"/>
                  </a:moveTo>
                  <a:lnTo>
                    <a:pt x="8961" y="69651"/>
                  </a:lnTo>
                  <a:lnTo>
                    <a:pt x="33400" y="33400"/>
                  </a:lnTo>
                  <a:lnTo>
                    <a:pt x="69651" y="8961"/>
                  </a:lnTo>
                  <a:lnTo>
                    <a:pt x="114045" y="0"/>
                  </a:lnTo>
                  <a:lnTo>
                    <a:pt x="1974214" y="0"/>
                  </a:lnTo>
                  <a:lnTo>
                    <a:pt x="2018609" y="8961"/>
                  </a:lnTo>
                  <a:lnTo>
                    <a:pt x="2054859" y="33400"/>
                  </a:lnTo>
                  <a:lnTo>
                    <a:pt x="2079299" y="69651"/>
                  </a:lnTo>
                  <a:lnTo>
                    <a:pt x="2088260" y="114046"/>
                  </a:lnTo>
                  <a:lnTo>
                    <a:pt x="2088260" y="569976"/>
                  </a:lnTo>
                  <a:lnTo>
                    <a:pt x="2079299" y="614370"/>
                  </a:lnTo>
                  <a:lnTo>
                    <a:pt x="2054859" y="650621"/>
                  </a:lnTo>
                  <a:lnTo>
                    <a:pt x="2018609" y="675060"/>
                  </a:lnTo>
                  <a:lnTo>
                    <a:pt x="1974214" y="684022"/>
                  </a:lnTo>
                  <a:lnTo>
                    <a:pt x="114045" y="684022"/>
                  </a:lnTo>
                  <a:lnTo>
                    <a:pt x="69651" y="675060"/>
                  </a:lnTo>
                  <a:lnTo>
                    <a:pt x="33400" y="650621"/>
                  </a:lnTo>
                  <a:lnTo>
                    <a:pt x="8961" y="614370"/>
                  </a:lnTo>
                  <a:lnTo>
                    <a:pt x="0" y="569976"/>
                  </a:lnTo>
                  <a:lnTo>
                    <a:pt x="0" y="11404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775572" y="2818257"/>
            <a:ext cx="857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152765" y="3858514"/>
            <a:ext cx="2172970" cy="661035"/>
            <a:chOff x="8152765" y="3858514"/>
            <a:chExt cx="2172970" cy="661035"/>
          </a:xfrm>
        </p:grpSpPr>
        <p:sp>
          <p:nvSpPr>
            <p:cNvPr id="36" name="object 36"/>
            <p:cNvSpPr/>
            <p:nvPr/>
          </p:nvSpPr>
          <p:spPr>
            <a:xfrm>
              <a:off x="8159115" y="3864864"/>
              <a:ext cx="2160270" cy="648335"/>
            </a:xfrm>
            <a:custGeom>
              <a:avLst/>
              <a:gdLst/>
              <a:ahLst/>
              <a:cxnLst/>
              <a:rect l="l" t="t" r="r" b="b"/>
              <a:pathLst>
                <a:path w="2160270" h="648335">
                  <a:moveTo>
                    <a:pt x="2052319" y="0"/>
                  </a:moveTo>
                  <a:lnTo>
                    <a:pt x="108076" y="0"/>
                  </a:lnTo>
                  <a:lnTo>
                    <a:pt x="66008" y="8473"/>
                  </a:lnTo>
                  <a:lnTo>
                    <a:pt x="31654" y="31591"/>
                  </a:lnTo>
                  <a:lnTo>
                    <a:pt x="8493" y="65901"/>
                  </a:lnTo>
                  <a:lnTo>
                    <a:pt x="0" y="107950"/>
                  </a:lnTo>
                  <a:lnTo>
                    <a:pt x="0" y="540004"/>
                  </a:lnTo>
                  <a:lnTo>
                    <a:pt x="8493" y="582072"/>
                  </a:lnTo>
                  <a:lnTo>
                    <a:pt x="31654" y="616426"/>
                  </a:lnTo>
                  <a:lnTo>
                    <a:pt x="66008" y="639587"/>
                  </a:lnTo>
                  <a:lnTo>
                    <a:pt x="108076" y="648081"/>
                  </a:lnTo>
                  <a:lnTo>
                    <a:pt x="2052319" y="648081"/>
                  </a:lnTo>
                  <a:lnTo>
                    <a:pt x="2094315" y="639587"/>
                  </a:lnTo>
                  <a:lnTo>
                    <a:pt x="2128631" y="616426"/>
                  </a:lnTo>
                  <a:lnTo>
                    <a:pt x="2151778" y="582072"/>
                  </a:lnTo>
                  <a:lnTo>
                    <a:pt x="2160269" y="540004"/>
                  </a:lnTo>
                  <a:lnTo>
                    <a:pt x="2160269" y="107950"/>
                  </a:lnTo>
                  <a:lnTo>
                    <a:pt x="2151778" y="65901"/>
                  </a:lnTo>
                  <a:lnTo>
                    <a:pt x="2128631" y="31591"/>
                  </a:lnTo>
                  <a:lnTo>
                    <a:pt x="2094315" y="8473"/>
                  </a:lnTo>
                  <a:lnTo>
                    <a:pt x="205231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159115" y="3864864"/>
              <a:ext cx="2160270" cy="648335"/>
            </a:xfrm>
            <a:custGeom>
              <a:avLst/>
              <a:gdLst/>
              <a:ahLst/>
              <a:cxnLst/>
              <a:rect l="l" t="t" r="r" b="b"/>
              <a:pathLst>
                <a:path w="2160270" h="648335">
                  <a:moveTo>
                    <a:pt x="0" y="107950"/>
                  </a:moveTo>
                  <a:lnTo>
                    <a:pt x="8493" y="65901"/>
                  </a:lnTo>
                  <a:lnTo>
                    <a:pt x="31654" y="31591"/>
                  </a:lnTo>
                  <a:lnTo>
                    <a:pt x="66008" y="8473"/>
                  </a:lnTo>
                  <a:lnTo>
                    <a:pt x="108076" y="0"/>
                  </a:lnTo>
                  <a:lnTo>
                    <a:pt x="2052319" y="0"/>
                  </a:lnTo>
                  <a:lnTo>
                    <a:pt x="2094315" y="8473"/>
                  </a:lnTo>
                  <a:lnTo>
                    <a:pt x="2128631" y="31591"/>
                  </a:lnTo>
                  <a:lnTo>
                    <a:pt x="2151778" y="65901"/>
                  </a:lnTo>
                  <a:lnTo>
                    <a:pt x="2160269" y="107950"/>
                  </a:lnTo>
                  <a:lnTo>
                    <a:pt x="2160269" y="540004"/>
                  </a:lnTo>
                  <a:lnTo>
                    <a:pt x="2151778" y="582072"/>
                  </a:lnTo>
                  <a:lnTo>
                    <a:pt x="2128631" y="616426"/>
                  </a:lnTo>
                  <a:lnTo>
                    <a:pt x="2094315" y="639587"/>
                  </a:lnTo>
                  <a:lnTo>
                    <a:pt x="2052319" y="648081"/>
                  </a:lnTo>
                  <a:lnTo>
                    <a:pt x="108076" y="648081"/>
                  </a:lnTo>
                  <a:lnTo>
                    <a:pt x="66008" y="639587"/>
                  </a:lnTo>
                  <a:lnTo>
                    <a:pt x="31654" y="616426"/>
                  </a:lnTo>
                  <a:lnTo>
                    <a:pt x="8493" y="582072"/>
                  </a:lnTo>
                  <a:lnTo>
                    <a:pt x="0" y="540004"/>
                  </a:lnTo>
                  <a:lnTo>
                    <a:pt x="0" y="1079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659748" y="4024629"/>
            <a:ext cx="1159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608198" y="2982722"/>
            <a:ext cx="5558155" cy="3629025"/>
            <a:chOff x="2608198" y="2982722"/>
            <a:chExt cx="5558155" cy="3629025"/>
          </a:xfrm>
        </p:grpSpPr>
        <p:sp>
          <p:nvSpPr>
            <p:cNvPr id="40" name="object 40"/>
            <p:cNvSpPr/>
            <p:nvPr/>
          </p:nvSpPr>
          <p:spPr>
            <a:xfrm>
              <a:off x="3838702" y="2982721"/>
              <a:ext cx="4327525" cy="1206500"/>
            </a:xfrm>
            <a:custGeom>
              <a:avLst/>
              <a:gdLst/>
              <a:ahLst/>
              <a:cxnLst/>
              <a:rect l="l" t="t" r="r" b="b"/>
              <a:pathLst>
                <a:path w="4327525" h="1206500">
                  <a:moveTo>
                    <a:pt x="360045" y="407670"/>
                  </a:moveTo>
                  <a:lnTo>
                    <a:pt x="35991" y="407670"/>
                  </a:lnTo>
                  <a:lnTo>
                    <a:pt x="94996" y="373253"/>
                  </a:lnTo>
                  <a:lnTo>
                    <a:pt x="96012" y="369443"/>
                  </a:lnTo>
                  <a:lnTo>
                    <a:pt x="92456" y="363347"/>
                  </a:lnTo>
                  <a:lnTo>
                    <a:pt x="88646" y="362331"/>
                  </a:lnTo>
                  <a:lnTo>
                    <a:pt x="0" y="414020"/>
                  </a:lnTo>
                  <a:lnTo>
                    <a:pt x="88646" y="465709"/>
                  </a:lnTo>
                  <a:lnTo>
                    <a:pt x="92456" y="464693"/>
                  </a:lnTo>
                  <a:lnTo>
                    <a:pt x="94234" y="461645"/>
                  </a:lnTo>
                  <a:lnTo>
                    <a:pt x="96012" y="458724"/>
                  </a:lnTo>
                  <a:lnTo>
                    <a:pt x="94996" y="454787"/>
                  </a:lnTo>
                  <a:lnTo>
                    <a:pt x="35991" y="420370"/>
                  </a:lnTo>
                  <a:lnTo>
                    <a:pt x="360045" y="420370"/>
                  </a:lnTo>
                  <a:lnTo>
                    <a:pt x="360045" y="407670"/>
                  </a:lnTo>
                  <a:close/>
                </a:path>
                <a:path w="4327525" h="1206500">
                  <a:moveTo>
                    <a:pt x="4327144" y="1103757"/>
                  </a:moveTo>
                  <a:lnTo>
                    <a:pt x="4324477" y="1100709"/>
                  </a:lnTo>
                  <a:lnTo>
                    <a:pt x="4320921" y="1100455"/>
                  </a:lnTo>
                  <a:lnTo>
                    <a:pt x="4317365" y="1100328"/>
                  </a:lnTo>
                  <a:lnTo>
                    <a:pt x="4314444" y="1102995"/>
                  </a:lnTo>
                  <a:lnTo>
                    <a:pt x="4314126" y="1107313"/>
                  </a:lnTo>
                  <a:lnTo>
                    <a:pt x="4309999" y="1170952"/>
                  </a:lnTo>
                  <a:lnTo>
                    <a:pt x="3896334" y="343763"/>
                  </a:lnTo>
                  <a:lnTo>
                    <a:pt x="4296054" y="27482"/>
                  </a:lnTo>
                  <a:lnTo>
                    <a:pt x="4272534" y="87630"/>
                  </a:lnTo>
                  <a:lnTo>
                    <a:pt x="4271264" y="90932"/>
                  </a:lnTo>
                  <a:lnTo>
                    <a:pt x="4272915" y="94615"/>
                  </a:lnTo>
                  <a:lnTo>
                    <a:pt x="4276090" y="95885"/>
                  </a:lnTo>
                  <a:lnTo>
                    <a:pt x="4279392" y="97155"/>
                  </a:lnTo>
                  <a:lnTo>
                    <a:pt x="4283075" y="95504"/>
                  </a:lnTo>
                  <a:lnTo>
                    <a:pt x="4284345" y="92202"/>
                  </a:lnTo>
                  <a:lnTo>
                    <a:pt x="4319435" y="2794"/>
                  </a:lnTo>
                  <a:lnTo>
                    <a:pt x="4320540" y="0"/>
                  </a:lnTo>
                  <a:lnTo>
                    <a:pt x="4218940" y="14478"/>
                  </a:lnTo>
                  <a:lnTo>
                    <a:pt x="4216527" y="17653"/>
                  </a:lnTo>
                  <a:lnTo>
                    <a:pt x="4217035" y="21082"/>
                  </a:lnTo>
                  <a:lnTo>
                    <a:pt x="4217416" y="24638"/>
                  </a:lnTo>
                  <a:lnTo>
                    <a:pt x="4220718" y="27051"/>
                  </a:lnTo>
                  <a:lnTo>
                    <a:pt x="4288218" y="17424"/>
                  </a:lnTo>
                  <a:lnTo>
                    <a:pt x="3884422" y="337058"/>
                  </a:lnTo>
                  <a:lnTo>
                    <a:pt x="3888409" y="342087"/>
                  </a:lnTo>
                  <a:lnTo>
                    <a:pt x="3882771" y="344932"/>
                  </a:lnTo>
                  <a:lnTo>
                    <a:pt x="4298620" y="1176782"/>
                  </a:lnTo>
                  <a:lnTo>
                    <a:pt x="4244467" y="1141349"/>
                  </a:lnTo>
                  <a:lnTo>
                    <a:pt x="4241546" y="1139317"/>
                  </a:lnTo>
                  <a:lnTo>
                    <a:pt x="4237609" y="1140206"/>
                  </a:lnTo>
                  <a:lnTo>
                    <a:pt x="4233799" y="1146048"/>
                  </a:lnTo>
                  <a:lnTo>
                    <a:pt x="4234561" y="1149985"/>
                  </a:lnTo>
                  <a:lnTo>
                    <a:pt x="4320413" y="1206119"/>
                  </a:lnTo>
                  <a:lnTo>
                    <a:pt x="4320959" y="1197737"/>
                  </a:lnTo>
                  <a:lnTo>
                    <a:pt x="4326953" y="1106424"/>
                  </a:lnTo>
                  <a:lnTo>
                    <a:pt x="4327144" y="110375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14548" y="6101118"/>
              <a:ext cx="2160270" cy="504190"/>
            </a:xfrm>
            <a:custGeom>
              <a:avLst/>
              <a:gdLst/>
              <a:ahLst/>
              <a:cxnLst/>
              <a:rect l="l" t="t" r="r" b="b"/>
              <a:pathLst>
                <a:path w="2160270" h="504190">
                  <a:moveTo>
                    <a:pt x="2076196" y="0"/>
                  </a:moveTo>
                  <a:lnTo>
                    <a:pt x="84074" y="0"/>
                  </a:lnTo>
                  <a:lnTo>
                    <a:pt x="51327" y="6602"/>
                  </a:lnTo>
                  <a:lnTo>
                    <a:pt x="24606" y="24607"/>
                  </a:lnTo>
                  <a:lnTo>
                    <a:pt x="6600" y="51311"/>
                  </a:lnTo>
                  <a:lnTo>
                    <a:pt x="0" y="84010"/>
                  </a:lnTo>
                  <a:lnTo>
                    <a:pt x="0" y="420039"/>
                  </a:lnTo>
                  <a:lnTo>
                    <a:pt x="6600" y="452743"/>
                  </a:lnTo>
                  <a:lnTo>
                    <a:pt x="24606" y="479447"/>
                  </a:lnTo>
                  <a:lnTo>
                    <a:pt x="51327" y="497449"/>
                  </a:lnTo>
                  <a:lnTo>
                    <a:pt x="84074" y="504050"/>
                  </a:lnTo>
                  <a:lnTo>
                    <a:pt x="2076196" y="504050"/>
                  </a:lnTo>
                  <a:lnTo>
                    <a:pt x="2108942" y="497449"/>
                  </a:lnTo>
                  <a:lnTo>
                    <a:pt x="2135663" y="479447"/>
                  </a:lnTo>
                  <a:lnTo>
                    <a:pt x="2153669" y="452743"/>
                  </a:lnTo>
                  <a:lnTo>
                    <a:pt x="2160270" y="420039"/>
                  </a:lnTo>
                  <a:lnTo>
                    <a:pt x="2160270" y="84010"/>
                  </a:lnTo>
                  <a:lnTo>
                    <a:pt x="2153669" y="51311"/>
                  </a:lnTo>
                  <a:lnTo>
                    <a:pt x="2135663" y="24607"/>
                  </a:lnTo>
                  <a:lnTo>
                    <a:pt x="2108942" y="6602"/>
                  </a:lnTo>
                  <a:lnTo>
                    <a:pt x="2076196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14548" y="6101118"/>
              <a:ext cx="2160270" cy="504190"/>
            </a:xfrm>
            <a:custGeom>
              <a:avLst/>
              <a:gdLst/>
              <a:ahLst/>
              <a:cxnLst/>
              <a:rect l="l" t="t" r="r" b="b"/>
              <a:pathLst>
                <a:path w="2160270" h="504190">
                  <a:moveTo>
                    <a:pt x="0" y="84010"/>
                  </a:moveTo>
                  <a:lnTo>
                    <a:pt x="6600" y="51311"/>
                  </a:lnTo>
                  <a:lnTo>
                    <a:pt x="24606" y="24607"/>
                  </a:lnTo>
                  <a:lnTo>
                    <a:pt x="51327" y="6602"/>
                  </a:lnTo>
                  <a:lnTo>
                    <a:pt x="84074" y="0"/>
                  </a:lnTo>
                  <a:lnTo>
                    <a:pt x="2076196" y="0"/>
                  </a:lnTo>
                  <a:lnTo>
                    <a:pt x="2108942" y="6602"/>
                  </a:lnTo>
                  <a:lnTo>
                    <a:pt x="2135663" y="24607"/>
                  </a:lnTo>
                  <a:lnTo>
                    <a:pt x="2153669" y="51311"/>
                  </a:lnTo>
                  <a:lnTo>
                    <a:pt x="2160270" y="84010"/>
                  </a:lnTo>
                  <a:lnTo>
                    <a:pt x="2160270" y="420039"/>
                  </a:lnTo>
                  <a:lnTo>
                    <a:pt x="2153669" y="452743"/>
                  </a:lnTo>
                  <a:lnTo>
                    <a:pt x="2135663" y="479447"/>
                  </a:lnTo>
                  <a:lnTo>
                    <a:pt x="2108942" y="497449"/>
                  </a:lnTo>
                  <a:lnTo>
                    <a:pt x="2076196" y="504050"/>
                  </a:lnTo>
                  <a:lnTo>
                    <a:pt x="84074" y="504050"/>
                  </a:lnTo>
                  <a:lnTo>
                    <a:pt x="51327" y="497449"/>
                  </a:lnTo>
                  <a:lnTo>
                    <a:pt x="24606" y="479447"/>
                  </a:lnTo>
                  <a:lnTo>
                    <a:pt x="6600" y="452743"/>
                  </a:lnTo>
                  <a:lnTo>
                    <a:pt x="0" y="420039"/>
                  </a:lnTo>
                  <a:lnTo>
                    <a:pt x="0" y="8401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945638" y="6189370"/>
            <a:ext cx="149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288783" y="6094768"/>
            <a:ext cx="2965450" cy="516890"/>
            <a:chOff x="7288783" y="6094768"/>
            <a:chExt cx="2965450" cy="516890"/>
          </a:xfrm>
        </p:grpSpPr>
        <p:sp>
          <p:nvSpPr>
            <p:cNvPr id="45" name="object 45"/>
            <p:cNvSpPr/>
            <p:nvPr/>
          </p:nvSpPr>
          <p:spPr>
            <a:xfrm>
              <a:off x="7295133" y="6101118"/>
              <a:ext cx="2952750" cy="504190"/>
            </a:xfrm>
            <a:custGeom>
              <a:avLst/>
              <a:gdLst/>
              <a:ahLst/>
              <a:cxnLst/>
              <a:rect l="l" t="t" r="r" b="b"/>
              <a:pathLst>
                <a:path w="2952750" h="504190">
                  <a:moveTo>
                    <a:pt x="2868295" y="0"/>
                  </a:moveTo>
                  <a:lnTo>
                    <a:pt x="83947" y="0"/>
                  </a:lnTo>
                  <a:lnTo>
                    <a:pt x="51274" y="6602"/>
                  </a:lnTo>
                  <a:lnTo>
                    <a:pt x="24590" y="24607"/>
                  </a:lnTo>
                  <a:lnTo>
                    <a:pt x="6598" y="51311"/>
                  </a:lnTo>
                  <a:lnTo>
                    <a:pt x="0" y="84010"/>
                  </a:lnTo>
                  <a:lnTo>
                    <a:pt x="0" y="420039"/>
                  </a:lnTo>
                  <a:lnTo>
                    <a:pt x="6598" y="452743"/>
                  </a:lnTo>
                  <a:lnTo>
                    <a:pt x="24590" y="479447"/>
                  </a:lnTo>
                  <a:lnTo>
                    <a:pt x="51274" y="497449"/>
                  </a:lnTo>
                  <a:lnTo>
                    <a:pt x="83947" y="504050"/>
                  </a:lnTo>
                  <a:lnTo>
                    <a:pt x="2868295" y="504050"/>
                  </a:lnTo>
                  <a:lnTo>
                    <a:pt x="2900967" y="497449"/>
                  </a:lnTo>
                  <a:lnTo>
                    <a:pt x="2927651" y="479447"/>
                  </a:lnTo>
                  <a:lnTo>
                    <a:pt x="2945643" y="452743"/>
                  </a:lnTo>
                  <a:lnTo>
                    <a:pt x="2952242" y="420039"/>
                  </a:lnTo>
                  <a:lnTo>
                    <a:pt x="2952242" y="84010"/>
                  </a:lnTo>
                  <a:lnTo>
                    <a:pt x="2945643" y="51311"/>
                  </a:lnTo>
                  <a:lnTo>
                    <a:pt x="2927651" y="24607"/>
                  </a:lnTo>
                  <a:lnTo>
                    <a:pt x="2900967" y="6602"/>
                  </a:lnTo>
                  <a:lnTo>
                    <a:pt x="2868295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95133" y="6101118"/>
              <a:ext cx="2952750" cy="504190"/>
            </a:xfrm>
            <a:custGeom>
              <a:avLst/>
              <a:gdLst/>
              <a:ahLst/>
              <a:cxnLst/>
              <a:rect l="l" t="t" r="r" b="b"/>
              <a:pathLst>
                <a:path w="2952750" h="504190">
                  <a:moveTo>
                    <a:pt x="0" y="84010"/>
                  </a:moveTo>
                  <a:lnTo>
                    <a:pt x="6598" y="51311"/>
                  </a:lnTo>
                  <a:lnTo>
                    <a:pt x="24590" y="24607"/>
                  </a:lnTo>
                  <a:lnTo>
                    <a:pt x="51274" y="6602"/>
                  </a:lnTo>
                  <a:lnTo>
                    <a:pt x="83947" y="0"/>
                  </a:lnTo>
                  <a:lnTo>
                    <a:pt x="2868295" y="0"/>
                  </a:lnTo>
                  <a:lnTo>
                    <a:pt x="2900967" y="6602"/>
                  </a:lnTo>
                  <a:lnTo>
                    <a:pt x="2927651" y="24607"/>
                  </a:lnTo>
                  <a:lnTo>
                    <a:pt x="2945643" y="51311"/>
                  </a:lnTo>
                  <a:lnTo>
                    <a:pt x="2952242" y="84010"/>
                  </a:lnTo>
                  <a:lnTo>
                    <a:pt x="2952242" y="420039"/>
                  </a:lnTo>
                  <a:lnTo>
                    <a:pt x="2945643" y="452743"/>
                  </a:lnTo>
                  <a:lnTo>
                    <a:pt x="2927651" y="479447"/>
                  </a:lnTo>
                  <a:lnTo>
                    <a:pt x="2900967" y="497449"/>
                  </a:lnTo>
                  <a:lnTo>
                    <a:pt x="2868295" y="504050"/>
                  </a:lnTo>
                  <a:lnTo>
                    <a:pt x="83947" y="504050"/>
                  </a:lnTo>
                  <a:lnTo>
                    <a:pt x="51274" y="497449"/>
                  </a:lnTo>
                  <a:lnTo>
                    <a:pt x="24590" y="479447"/>
                  </a:lnTo>
                  <a:lnTo>
                    <a:pt x="6598" y="452743"/>
                  </a:lnTo>
                  <a:lnTo>
                    <a:pt x="0" y="420039"/>
                  </a:lnTo>
                  <a:lnTo>
                    <a:pt x="0" y="8401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668006" y="6189370"/>
            <a:ext cx="2209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Controlling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38702" y="5586983"/>
            <a:ext cx="4752975" cy="534035"/>
          </a:xfrm>
          <a:custGeom>
            <a:avLst/>
            <a:gdLst/>
            <a:ahLst/>
            <a:cxnLst/>
            <a:rect l="l" t="t" r="r" b="b"/>
            <a:pathLst>
              <a:path w="4752975" h="534035">
                <a:moveTo>
                  <a:pt x="1442212" y="12014"/>
                </a:moveTo>
                <a:lnTo>
                  <a:pt x="1438021" y="0"/>
                </a:lnTo>
                <a:lnTo>
                  <a:pt x="31877" y="496125"/>
                </a:lnTo>
                <a:lnTo>
                  <a:pt x="76073" y="444106"/>
                </a:lnTo>
                <a:lnTo>
                  <a:pt x="75692" y="440105"/>
                </a:lnTo>
                <a:lnTo>
                  <a:pt x="70358" y="435571"/>
                </a:lnTo>
                <a:lnTo>
                  <a:pt x="66294" y="435902"/>
                </a:lnTo>
                <a:lnTo>
                  <a:pt x="64008" y="438569"/>
                </a:lnTo>
                <a:lnTo>
                  <a:pt x="0" y="514146"/>
                </a:lnTo>
                <a:lnTo>
                  <a:pt x="100711" y="533412"/>
                </a:lnTo>
                <a:lnTo>
                  <a:pt x="104013" y="531152"/>
                </a:lnTo>
                <a:lnTo>
                  <a:pt x="104775" y="527710"/>
                </a:lnTo>
                <a:lnTo>
                  <a:pt x="105410" y="524256"/>
                </a:lnTo>
                <a:lnTo>
                  <a:pt x="103124" y="520928"/>
                </a:lnTo>
                <a:lnTo>
                  <a:pt x="77025" y="515937"/>
                </a:lnTo>
                <a:lnTo>
                  <a:pt x="36131" y="508127"/>
                </a:lnTo>
                <a:lnTo>
                  <a:pt x="1442212" y="12014"/>
                </a:lnTo>
                <a:close/>
              </a:path>
              <a:path w="4752975" h="534035">
                <a:moveTo>
                  <a:pt x="4752594" y="463232"/>
                </a:moveTo>
                <a:lnTo>
                  <a:pt x="4686046" y="389737"/>
                </a:lnTo>
                <a:lnTo>
                  <a:pt x="4683760" y="387134"/>
                </a:lnTo>
                <a:lnTo>
                  <a:pt x="4679696" y="386930"/>
                </a:lnTo>
                <a:lnTo>
                  <a:pt x="4677029" y="389280"/>
                </a:lnTo>
                <a:lnTo>
                  <a:pt x="4674489" y="391642"/>
                </a:lnTo>
                <a:lnTo>
                  <a:pt x="4674235" y="395655"/>
                </a:lnTo>
                <a:lnTo>
                  <a:pt x="4676648" y="398259"/>
                </a:lnTo>
                <a:lnTo>
                  <a:pt x="4720069" y="446278"/>
                </a:lnTo>
                <a:lnTo>
                  <a:pt x="3314319" y="0"/>
                </a:lnTo>
                <a:lnTo>
                  <a:pt x="3310382" y="12077"/>
                </a:lnTo>
                <a:lnTo>
                  <a:pt x="4716208" y="458368"/>
                </a:lnTo>
                <a:lnTo>
                  <a:pt x="4649597" y="473303"/>
                </a:lnTo>
                <a:lnTo>
                  <a:pt x="4647438" y="476694"/>
                </a:lnTo>
                <a:lnTo>
                  <a:pt x="4648962" y="483539"/>
                </a:lnTo>
                <a:lnTo>
                  <a:pt x="4652391" y="485686"/>
                </a:lnTo>
                <a:lnTo>
                  <a:pt x="4742561" y="465480"/>
                </a:lnTo>
                <a:lnTo>
                  <a:pt x="4752594" y="46323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3478" y="0"/>
            <a:ext cx="1075448" cy="10121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227" y="147969"/>
            <a:ext cx="9185910" cy="672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0"/>
              </a:lnSpc>
            </a:pP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Why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Should</a:t>
            </a: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Study</a:t>
            </a:r>
            <a:r>
              <a:rPr sz="40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4000" b="1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course?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Examples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>
              <a:latin typeface="Times New Roman"/>
              <a:cs typeface="Times New Roman"/>
            </a:endParaRPr>
          </a:p>
          <a:p>
            <a:pPr marL="28733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31614" y="109219"/>
            <a:ext cx="3129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Points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-105" dirty="0"/>
              <a:t> </a:t>
            </a:r>
            <a:r>
              <a:rPr spc="-40" dirty="0"/>
              <a:t>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39" y="924585"/>
            <a:ext cx="9932670" cy="14198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800" spc="-5" dirty="0">
                <a:latin typeface="Times New Roman"/>
                <a:cs typeface="Times New Roman"/>
              </a:rPr>
              <a:t>There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exists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three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</a:t>
            </a:r>
            <a:r>
              <a:rPr sz="2800" dirty="0">
                <a:latin typeface="Times New Roman"/>
                <a:cs typeface="Times New Roman"/>
              </a:rPr>
              <a:t> points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view</a:t>
            </a:r>
            <a:r>
              <a:rPr sz="2800" dirty="0">
                <a:latin typeface="Times New Roman"/>
                <a:cs typeface="Times New Roman"/>
              </a:rPr>
              <a:t> for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hardware.</a:t>
            </a:r>
            <a:endParaRPr sz="2800">
              <a:latin typeface="Times New Roman"/>
              <a:cs typeface="Times New Roman"/>
            </a:endParaRPr>
          </a:p>
          <a:p>
            <a:pPr marL="676910" indent="-207645">
              <a:lnSpc>
                <a:spcPct val="100000"/>
              </a:lnSpc>
              <a:spcBef>
                <a:spcPts val="300"/>
              </a:spcBef>
              <a:buChar char="-"/>
              <a:tabLst>
                <a:tab pos="677545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Architecture</a:t>
            </a:r>
            <a:endParaRPr sz="2800">
              <a:latin typeface="Times New Roman"/>
              <a:cs typeface="Times New Roman"/>
            </a:endParaRPr>
          </a:p>
          <a:p>
            <a:pPr marL="676910" indent="-207645">
              <a:lnSpc>
                <a:spcPct val="100000"/>
              </a:lnSpc>
              <a:spcBef>
                <a:spcPts val="300"/>
              </a:spcBef>
              <a:buChar char="-"/>
              <a:tabLst>
                <a:tab pos="677545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Computer </a:t>
            </a:r>
            <a:r>
              <a:rPr sz="2800" spc="-10" dirty="0">
                <a:latin typeface="Times New Roman"/>
                <a:cs typeface="Times New Roman"/>
              </a:rPr>
              <a:t>Organization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357704"/>
            <a:ext cx="2748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-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Design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7077" y="4154042"/>
            <a:ext cx="3109595" cy="732790"/>
            <a:chOff x="647077" y="4154042"/>
            <a:chExt cx="3109595" cy="732790"/>
          </a:xfrm>
        </p:grpSpPr>
        <p:sp>
          <p:nvSpPr>
            <p:cNvPr id="9" name="object 9"/>
            <p:cNvSpPr/>
            <p:nvPr/>
          </p:nvSpPr>
          <p:spPr>
            <a:xfrm>
              <a:off x="653427" y="4160392"/>
              <a:ext cx="3096895" cy="720090"/>
            </a:xfrm>
            <a:custGeom>
              <a:avLst/>
              <a:gdLst/>
              <a:ahLst/>
              <a:cxnLst/>
              <a:rect l="l" t="t" r="r" b="b"/>
              <a:pathLst>
                <a:path w="3096895" h="720089">
                  <a:moveTo>
                    <a:pt x="2976359" y="0"/>
                  </a:moveTo>
                  <a:lnTo>
                    <a:pt x="120015" y="0"/>
                  </a:lnTo>
                  <a:lnTo>
                    <a:pt x="73300" y="9429"/>
                  </a:lnTo>
                  <a:lnTo>
                    <a:pt x="35152" y="35147"/>
                  </a:lnTo>
                  <a:lnTo>
                    <a:pt x="9431" y="73294"/>
                  </a:lnTo>
                  <a:lnTo>
                    <a:pt x="0" y="120014"/>
                  </a:lnTo>
                  <a:lnTo>
                    <a:pt x="0" y="600074"/>
                  </a:lnTo>
                  <a:lnTo>
                    <a:pt x="9431" y="646795"/>
                  </a:lnTo>
                  <a:lnTo>
                    <a:pt x="35152" y="684942"/>
                  </a:lnTo>
                  <a:lnTo>
                    <a:pt x="73300" y="710660"/>
                  </a:lnTo>
                  <a:lnTo>
                    <a:pt x="120015" y="720089"/>
                  </a:lnTo>
                  <a:lnTo>
                    <a:pt x="2976359" y="720089"/>
                  </a:lnTo>
                  <a:lnTo>
                    <a:pt x="3023079" y="710660"/>
                  </a:lnTo>
                  <a:lnTo>
                    <a:pt x="3061227" y="684942"/>
                  </a:lnTo>
                  <a:lnTo>
                    <a:pt x="3086944" y="646795"/>
                  </a:lnTo>
                  <a:lnTo>
                    <a:pt x="3096374" y="600074"/>
                  </a:lnTo>
                  <a:lnTo>
                    <a:pt x="3096374" y="120014"/>
                  </a:lnTo>
                  <a:lnTo>
                    <a:pt x="3086944" y="73294"/>
                  </a:lnTo>
                  <a:lnTo>
                    <a:pt x="3061227" y="35147"/>
                  </a:lnTo>
                  <a:lnTo>
                    <a:pt x="3023079" y="9429"/>
                  </a:lnTo>
                  <a:lnTo>
                    <a:pt x="297635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3427" y="4160392"/>
              <a:ext cx="3096895" cy="720090"/>
            </a:xfrm>
            <a:custGeom>
              <a:avLst/>
              <a:gdLst/>
              <a:ahLst/>
              <a:cxnLst/>
              <a:rect l="l" t="t" r="r" b="b"/>
              <a:pathLst>
                <a:path w="3096895" h="720089">
                  <a:moveTo>
                    <a:pt x="0" y="120014"/>
                  </a:moveTo>
                  <a:lnTo>
                    <a:pt x="9431" y="73294"/>
                  </a:lnTo>
                  <a:lnTo>
                    <a:pt x="35152" y="35147"/>
                  </a:lnTo>
                  <a:lnTo>
                    <a:pt x="73300" y="9429"/>
                  </a:lnTo>
                  <a:lnTo>
                    <a:pt x="120015" y="0"/>
                  </a:lnTo>
                  <a:lnTo>
                    <a:pt x="2976359" y="0"/>
                  </a:lnTo>
                  <a:lnTo>
                    <a:pt x="3023079" y="9429"/>
                  </a:lnTo>
                  <a:lnTo>
                    <a:pt x="3061227" y="35147"/>
                  </a:lnTo>
                  <a:lnTo>
                    <a:pt x="3086944" y="73294"/>
                  </a:lnTo>
                  <a:lnTo>
                    <a:pt x="3096374" y="120014"/>
                  </a:lnTo>
                  <a:lnTo>
                    <a:pt x="3096374" y="600074"/>
                  </a:lnTo>
                  <a:lnTo>
                    <a:pt x="3086944" y="646795"/>
                  </a:lnTo>
                  <a:lnTo>
                    <a:pt x="3061227" y="684942"/>
                  </a:lnTo>
                  <a:lnTo>
                    <a:pt x="3023079" y="710660"/>
                  </a:lnTo>
                  <a:lnTo>
                    <a:pt x="2976359" y="720089"/>
                  </a:lnTo>
                  <a:lnTo>
                    <a:pt x="120015" y="720089"/>
                  </a:lnTo>
                  <a:lnTo>
                    <a:pt x="73300" y="710660"/>
                  </a:lnTo>
                  <a:lnTo>
                    <a:pt x="35152" y="684942"/>
                  </a:lnTo>
                  <a:lnTo>
                    <a:pt x="9431" y="646795"/>
                  </a:lnTo>
                  <a:lnTo>
                    <a:pt x="0" y="600074"/>
                  </a:lnTo>
                  <a:lnTo>
                    <a:pt x="0" y="12001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1765" y="4356354"/>
            <a:ext cx="215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43452" y="3217926"/>
            <a:ext cx="2533015" cy="732790"/>
            <a:chOff x="3743452" y="3217926"/>
            <a:chExt cx="2533015" cy="732790"/>
          </a:xfrm>
        </p:grpSpPr>
        <p:sp>
          <p:nvSpPr>
            <p:cNvPr id="13" name="object 13"/>
            <p:cNvSpPr/>
            <p:nvPr/>
          </p:nvSpPr>
          <p:spPr>
            <a:xfrm>
              <a:off x="3749802" y="3224276"/>
              <a:ext cx="2520315" cy="720090"/>
            </a:xfrm>
            <a:custGeom>
              <a:avLst/>
              <a:gdLst/>
              <a:ahLst/>
              <a:cxnLst/>
              <a:rect l="l" t="t" r="r" b="b"/>
              <a:pathLst>
                <a:path w="2520315" h="720089">
                  <a:moveTo>
                    <a:pt x="2400173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600075"/>
                  </a:lnTo>
                  <a:lnTo>
                    <a:pt x="9429" y="646795"/>
                  </a:lnTo>
                  <a:lnTo>
                    <a:pt x="35147" y="684942"/>
                  </a:lnTo>
                  <a:lnTo>
                    <a:pt x="73294" y="710660"/>
                  </a:lnTo>
                  <a:lnTo>
                    <a:pt x="120014" y="720090"/>
                  </a:lnTo>
                  <a:lnTo>
                    <a:pt x="2400173" y="720090"/>
                  </a:lnTo>
                  <a:lnTo>
                    <a:pt x="2446893" y="710660"/>
                  </a:lnTo>
                  <a:lnTo>
                    <a:pt x="2485040" y="684942"/>
                  </a:lnTo>
                  <a:lnTo>
                    <a:pt x="2510758" y="646795"/>
                  </a:lnTo>
                  <a:lnTo>
                    <a:pt x="2520188" y="600075"/>
                  </a:lnTo>
                  <a:lnTo>
                    <a:pt x="2520188" y="120014"/>
                  </a:lnTo>
                  <a:lnTo>
                    <a:pt x="2510758" y="73294"/>
                  </a:lnTo>
                  <a:lnTo>
                    <a:pt x="2485040" y="35147"/>
                  </a:lnTo>
                  <a:lnTo>
                    <a:pt x="2446893" y="9429"/>
                  </a:lnTo>
                  <a:lnTo>
                    <a:pt x="240017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49802" y="3224276"/>
              <a:ext cx="2520315" cy="720090"/>
            </a:xfrm>
            <a:custGeom>
              <a:avLst/>
              <a:gdLst/>
              <a:ahLst/>
              <a:cxnLst/>
              <a:rect l="l" t="t" r="r" b="b"/>
              <a:pathLst>
                <a:path w="2520315" h="720089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2400173" y="0"/>
                  </a:lnTo>
                  <a:lnTo>
                    <a:pt x="2446893" y="9429"/>
                  </a:lnTo>
                  <a:lnTo>
                    <a:pt x="2485040" y="35147"/>
                  </a:lnTo>
                  <a:lnTo>
                    <a:pt x="2510758" y="73294"/>
                  </a:lnTo>
                  <a:lnTo>
                    <a:pt x="2520188" y="120014"/>
                  </a:lnTo>
                  <a:lnTo>
                    <a:pt x="2520188" y="600075"/>
                  </a:lnTo>
                  <a:lnTo>
                    <a:pt x="2510758" y="646795"/>
                  </a:lnTo>
                  <a:lnTo>
                    <a:pt x="2485040" y="684942"/>
                  </a:lnTo>
                  <a:lnTo>
                    <a:pt x="2446893" y="710660"/>
                  </a:lnTo>
                  <a:lnTo>
                    <a:pt x="2400173" y="720090"/>
                  </a:lnTo>
                  <a:lnTo>
                    <a:pt x="120014" y="720090"/>
                  </a:lnTo>
                  <a:lnTo>
                    <a:pt x="73294" y="710660"/>
                  </a:lnTo>
                  <a:lnTo>
                    <a:pt x="35147" y="684942"/>
                  </a:lnTo>
                  <a:lnTo>
                    <a:pt x="9429" y="646795"/>
                  </a:lnTo>
                  <a:lnTo>
                    <a:pt x="0" y="600075"/>
                  </a:lnTo>
                  <a:lnTo>
                    <a:pt x="0" y="12001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86732" y="3419982"/>
            <a:ext cx="847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vior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43452" y="5450204"/>
            <a:ext cx="2893060" cy="949325"/>
            <a:chOff x="3743452" y="5450204"/>
            <a:chExt cx="2893060" cy="949325"/>
          </a:xfrm>
        </p:grpSpPr>
        <p:sp>
          <p:nvSpPr>
            <p:cNvPr id="17" name="object 17"/>
            <p:cNvSpPr/>
            <p:nvPr/>
          </p:nvSpPr>
          <p:spPr>
            <a:xfrm>
              <a:off x="3749802" y="5456554"/>
              <a:ext cx="2880360" cy="936625"/>
            </a:xfrm>
            <a:custGeom>
              <a:avLst/>
              <a:gdLst/>
              <a:ahLst/>
              <a:cxnLst/>
              <a:rect l="l" t="t" r="r" b="b"/>
              <a:pathLst>
                <a:path w="2880359" h="936625">
                  <a:moveTo>
                    <a:pt x="2724277" y="0"/>
                  </a:moveTo>
                  <a:lnTo>
                    <a:pt x="155956" y="0"/>
                  </a:lnTo>
                  <a:lnTo>
                    <a:pt x="106671" y="7953"/>
                  </a:lnTo>
                  <a:lnTo>
                    <a:pt x="63861" y="30100"/>
                  </a:lnTo>
                  <a:lnTo>
                    <a:pt x="30097" y="63869"/>
                  </a:lnTo>
                  <a:lnTo>
                    <a:pt x="7953" y="106691"/>
                  </a:lnTo>
                  <a:lnTo>
                    <a:pt x="0" y="155994"/>
                  </a:lnTo>
                  <a:lnTo>
                    <a:pt x="0" y="780059"/>
                  </a:lnTo>
                  <a:lnTo>
                    <a:pt x="7953" y="829374"/>
                  </a:lnTo>
                  <a:lnTo>
                    <a:pt x="30097" y="872203"/>
                  </a:lnTo>
                  <a:lnTo>
                    <a:pt x="63861" y="905976"/>
                  </a:lnTo>
                  <a:lnTo>
                    <a:pt x="106671" y="928125"/>
                  </a:lnTo>
                  <a:lnTo>
                    <a:pt x="155956" y="936078"/>
                  </a:lnTo>
                  <a:lnTo>
                    <a:pt x="2724277" y="936078"/>
                  </a:lnTo>
                  <a:lnTo>
                    <a:pt x="2773561" y="928125"/>
                  </a:lnTo>
                  <a:lnTo>
                    <a:pt x="2816371" y="905976"/>
                  </a:lnTo>
                  <a:lnTo>
                    <a:pt x="2850135" y="872203"/>
                  </a:lnTo>
                  <a:lnTo>
                    <a:pt x="2872279" y="829374"/>
                  </a:lnTo>
                  <a:lnTo>
                    <a:pt x="2880232" y="780059"/>
                  </a:lnTo>
                  <a:lnTo>
                    <a:pt x="2880232" y="155994"/>
                  </a:lnTo>
                  <a:lnTo>
                    <a:pt x="2872279" y="106691"/>
                  </a:lnTo>
                  <a:lnTo>
                    <a:pt x="2850135" y="63869"/>
                  </a:lnTo>
                  <a:lnTo>
                    <a:pt x="2816371" y="30100"/>
                  </a:lnTo>
                  <a:lnTo>
                    <a:pt x="2773561" y="7953"/>
                  </a:lnTo>
                  <a:lnTo>
                    <a:pt x="272427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49802" y="5456554"/>
              <a:ext cx="2880360" cy="936625"/>
            </a:xfrm>
            <a:custGeom>
              <a:avLst/>
              <a:gdLst/>
              <a:ahLst/>
              <a:cxnLst/>
              <a:rect l="l" t="t" r="r" b="b"/>
              <a:pathLst>
                <a:path w="2880359" h="936625">
                  <a:moveTo>
                    <a:pt x="0" y="155994"/>
                  </a:moveTo>
                  <a:lnTo>
                    <a:pt x="7953" y="106691"/>
                  </a:lnTo>
                  <a:lnTo>
                    <a:pt x="30097" y="63869"/>
                  </a:lnTo>
                  <a:lnTo>
                    <a:pt x="63861" y="30100"/>
                  </a:lnTo>
                  <a:lnTo>
                    <a:pt x="106671" y="7953"/>
                  </a:lnTo>
                  <a:lnTo>
                    <a:pt x="155956" y="0"/>
                  </a:lnTo>
                  <a:lnTo>
                    <a:pt x="2724277" y="0"/>
                  </a:lnTo>
                  <a:lnTo>
                    <a:pt x="2773561" y="7953"/>
                  </a:lnTo>
                  <a:lnTo>
                    <a:pt x="2816371" y="30100"/>
                  </a:lnTo>
                  <a:lnTo>
                    <a:pt x="2850135" y="63869"/>
                  </a:lnTo>
                  <a:lnTo>
                    <a:pt x="2872279" y="106691"/>
                  </a:lnTo>
                  <a:lnTo>
                    <a:pt x="2880232" y="155994"/>
                  </a:lnTo>
                  <a:lnTo>
                    <a:pt x="2880232" y="780059"/>
                  </a:lnTo>
                  <a:lnTo>
                    <a:pt x="2872279" y="829374"/>
                  </a:lnTo>
                  <a:lnTo>
                    <a:pt x="2850135" y="872203"/>
                  </a:lnTo>
                  <a:lnTo>
                    <a:pt x="2816371" y="905976"/>
                  </a:lnTo>
                  <a:lnTo>
                    <a:pt x="2773561" y="928125"/>
                  </a:lnTo>
                  <a:lnTo>
                    <a:pt x="2724277" y="936078"/>
                  </a:lnTo>
                  <a:lnTo>
                    <a:pt x="155956" y="936078"/>
                  </a:lnTo>
                  <a:lnTo>
                    <a:pt x="106671" y="928125"/>
                  </a:lnTo>
                  <a:lnTo>
                    <a:pt x="63861" y="905976"/>
                  </a:lnTo>
                  <a:lnTo>
                    <a:pt x="30097" y="872203"/>
                  </a:lnTo>
                  <a:lnTo>
                    <a:pt x="7953" y="829374"/>
                  </a:lnTo>
                  <a:lnTo>
                    <a:pt x="0" y="780059"/>
                  </a:lnTo>
                  <a:lnTo>
                    <a:pt x="0" y="15599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42535" y="5486196"/>
            <a:ext cx="12954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Sp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ifi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ons 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197989" y="2425826"/>
            <a:ext cx="7247255" cy="3498850"/>
            <a:chOff x="2197989" y="2425826"/>
            <a:chExt cx="7247255" cy="3498850"/>
          </a:xfrm>
        </p:grpSpPr>
        <p:sp>
          <p:nvSpPr>
            <p:cNvPr id="21" name="object 21"/>
            <p:cNvSpPr/>
            <p:nvPr/>
          </p:nvSpPr>
          <p:spPr>
            <a:xfrm>
              <a:off x="2197989" y="3566807"/>
              <a:ext cx="1551940" cy="2358390"/>
            </a:xfrm>
            <a:custGeom>
              <a:avLst/>
              <a:gdLst/>
              <a:ahLst/>
              <a:cxnLst/>
              <a:rect l="l" t="t" r="r" b="b"/>
              <a:pathLst>
                <a:path w="1551939" h="2358390">
                  <a:moveTo>
                    <a:pt x="1551813" y="2357793"/>
                  </a:moveTo>
                  <a:lnTo>
                    <a:pt x="1550949" y="2356015"/>
                  </a:lnTo>
                  <a:lnTo>
                    <a:pt x="1507236" y="2265362"/>
                  </a:lnTo>
                  <a:lnTo>
                    <a:pt x="1503426" y="2264041"/>
                  </a:lnTo>
                  <a:lnTo>
                    <a:pt x="1497076" y="2267089"/>
                  </a:lnTo>
                  <a:lnTo>
                    <a:pt x="1495806" y="2270887"/>
                  </a:lnTo>
                  <a:lnTo>
                    <a:pt x="1525473" y="2332355"/>
                  </a:lnTo>
                  <a:lnTo>
                    <a:pt x="7112" y="1308341"/>
                  </a:lnTo>
                  <a:lnTo>
                    <a:pt x="0" y="1318882"/>
                  </a:lnTo>
                  <a:lnTo>
                    <a:pt x="1518361" y="2342883"/>
                  </a:lnTo>
                  <a:lnTo>
                    <a:pt x="1450213" y="2338425"/>
                  </a:lnTo>
                  <a:lnTo>
                    <a:pt x="1447165" y="2341067"/>
                  </a:lnTo>
                  <a:lnTo>
                    <a:pt x="1447063" y="2343708"/>
                  </a:lnTo>
                  <a:lnTo>
                    <a:pt x="1446961" y="2345486"/>
                  </a:lnTo>
                  <a:lnTo>
                    <a:pt x="1446784" y="2348065"/>
                  </a:lnTo>
                  <a:lnTo>
                    <a:pt x="1449451" y="2351087"/>
                  </a:lnTo>
                  <a:lnTo>
                    <a:pt x="1551813" y="2357793"/>
                  </a:lnTo>
                  <a:close/>
                </a:path>
                <a:path w="1551939" h="2358390">
                  <a:moveTo>
                    <a:pt x="1551813" y="17526"/>
                  </a:moveTo>
                  <a:lnTo>
                    <a:pt x="1543062" y="15989"/>
                  </a:lnTo>
                  <a:lnTo>
                    <a:pt x="1454150" y="495"/>
                  </a:lnTo>
                  <a:lnTo>
                    <a:pt x="1450721" y="0"/>
                  </a:lnTo>
                  <a:lnTo>
                    <a:pt x="1447419" y="2273"/>
                  </a:lnTo>
                  <a:lnTo>
                    <a:pt x="1446784" y="5702"/>
                  </a:lnTo>
                  <a:lnTo>
                    <a:pt x="1446276" y="9131"/>
                  </a:lnTo>
                  <a:lnTo>
                    <a:pt x="1448562" y="12433"/>
                  </a:lnTo>
                  <a:lnTo>
                    <a:pt x="1451991" y="13068"/>
                  </a:lnTo>
                  <a:lnTo>
                    <a:pt x="1515833" y="24180"/>
                  </a:lnTo>
                  <a:lnTo>
                    <a:pt x="1397" y="587616"/>
                  </a:lnTo>
                  <a:lnTo>
                    <a:pt x="5842" y="599554"/>
                  </a:lnTo>
                  <a:lnTo>
                    <a:pt x="1520240" y="35966"/>
                  </a:lnTo>
                  <a:lnTo>
                    <a:pt x="1541132" y="28181"/>
                  </a:lnTo>
                  <a:lnTo>
                    <a:pt x="1542161" y="27813"/>
                  </a:lnTo>
                  <a:lnTo>
                    <a:pt x="1520240" y="35966"/>
                  </a:lnTo>
                  <a:lnTo>
                    <a:pt x="1479169" y="86093"/>
                  </a:lnTo>
                  <a:lnTo>
                    <a:pt x="1476883" y="88760"/>
                  </a:lnTo>
                  <a:lnTo>
                    <a:pt x="1477391" y="92824"/>
                  </a:lnTo>
                  <a:lnTo>
                    <a:pt x="1480058" y="94983"/>
                  </a:lnTo>
                  <a:lnTo>
                    <a:pt x="1482725" y="97269"/>
                  </a:lnTo>
                  <a:lnTo>
                    <a:pt x="1486789" y="96888"/>
                  </a:lnTo>
                  <a:lnTo>
                    <a:pt x="1488948" y="94094"/>
                  </a:lnTo>
                  <a:lnTo>
                    <a:pt x="1551813" y="175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90079" y="2432176"/>
              <a:ext cx="2448560" cy="576580"/>
            </a:xfrm>
            <a:custGeom>
              <a:avLst/>
              <a:gdLst/>
              <a:ahLst/>
              <a:cxnLst/>
              <a:rect l="l" t="t" r="r" b="b"/>
              <a:pathLst>
                <a:path w="2448559" h="576580">
                  <a:moveTo>
                    <a:pt x="2352294" y="0"/>
                  </a:moveTo>
                  <a:lnTo>
                    <a:pt x="96012" y="0"/>
                  </a:lnTo>
                  <a:lnTo>
                    <a:pt x="58668" y="7554"/>
                  </a:lnTo>
                  <a:lnTo>
                    <a:pt x="28146" y="28146"/>
                  </a:lnTo>
                  <a:lnTo>
                    <a:pt x="7554" y="58668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54" y="517457"/>
                  </a:lnTo>
                  <a:lnTo>
                    <a:pt x="28146" y="547973"/>
                  </a:lnTo>
                  <a:lnTo>
                    <a:pt x="58668" y="568535"/>
                  </a:lnTo>
                  <a:lnTo>
                    <a:pt x="96012" y="576072"/>
                  </a:lnTo>
                  <a:lnTo>
                    <a:pt x="2352294" y="576072"/>
                  </a:lnTo>
                  <a:lnTo>
                    <a:pt x="2389691" y="568535"/>
                  </a:lnTo>
                  <a:lnTo>
                    <a:pt x="2420207" y="547973"/>
                  </a:lnTo>
                  <a:lnTo>
                    <a:pt x="2440769" y="517457"/>
                  </a:lnTo>
                  <a:lnTo>
                    <a:pt x="2448305" y="480060"/>
                  </a:lnTo>
                  <a:lnTo>
                    <a:pt x="2448305" y="96012"/>
                  </a:lnTo>
                  <a:lnTo>
                    <a:pt x="2440769" y="58668"/>
                  </a:lnTo>
                  <a:lnTo>
                    <a:pt x="2420207" y="28146"/>
                  </a:lnTo>
                  <a:lnTo>
                    <a:pt x="2389691" y="7554"/>
                  </a:lnTo>
                  <a:lnTo>
                    <a:pt x="235229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90079" y="2432176"/>
              <a:ext cx="2448560" cy="576580"/>
            </a:xfrm>
            <a:custGeom>
              <a:avLst/>
              <a:gdLst/>
              <a:ahLst/>
              <a:cxnLst/>
              <a:rect l="l" t="t" r="r" b="b"/>
              <a:pathLst>
                <a:path w="2448559" h="576580">
                  <a:moveTo>
                    <a:pt x="0" y="96012"/>
                  </a:moveTo>
                  <a:lnTo>
                    <a:pt x="7554" y="58668"/>
                  </a:lnTo>
                  <a:lnTo>
                    <a:pt x="28146" y="28146"/>
                  </a:lnTo>
                  <a:lnTo>
                    <a:pt x="58668" y="7554"/>
                  </a:lnTo>
                  <a:lnTo>
                    <a:pt x="96012" y="0"/>
                  </a:lnTo>
                  <a:lnTo>
                    <a:pt x="2352294" y="0"/>
                  </a:lnTo>
                  <a:lnTo>
                    <a:pt x="2389691" y="7554"/>
                  </a:lnTo>
                  <a:lnTo>
                    <a:pt x="2420207" y="28146"/>
                  </a:lnTo>
                  <a:lnTo>
                    <a:pt x="2440769" y="58668"/>
                  </a:lnTo>
                  <a:lnTo>
                    <a:pt x="2448305" y="96012"/>
                  </a:lnTo>
                  <a:lnTo>
                    <a:pt x="2448305" y="480060"/>
                  </a:lnTo>
                  <a:lnTo>
                    <a:pt x="2440769" y="517457"/>
                  </a:lnTo>
                  <a:lnTo>
                    <a:pt x="2420207" y="547973"/>
                  </a:lnTo>
                  <a:lnTo>
                    <a:pt x="2389691" y="568535"/>
                  </a:lnTo>
                  <a:lnTo>
                    <a:pt x="2352294" y="576072"/>
                  </a:lnTo>
                  <a:lnTo>
                    <a:pt x="96012" y="576072"/>
                  </a:lnTo>
                  <a:lnTo>
                    <a:pt x="58668" y="568535"/>
                  </a:lnTo>
                  <a:lnTo>
                    <a:pt x="28146" y="547973"/>
                  </a:lnTo>
                  <a:lnTo>
                    <a:pt x="7554" y="517457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293356" y="2555494"/>
            <a:ext cx="1842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Instruction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Formats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983730" y="3361944"/>
            <a:ext cx="2461260" cy="589280"/>
            <a:chOff x="6983730" y="3361944"/>
            <a:chExt cx="2461260" cy="589280"/>
          </a:xfrm>
        </p:grpSpPr>
        <p:sp>
          <p:nvSpPr>
            <p:cNvPr id="26" name="object 26"/>
            <p:cNvSpPr/>
            <p:nvPr/>
          </p:nvSpPr>
          <p:spPr>
            <a:xfrm>
              <a:off x="6990080" y="3368294"/>
              <a:ext cx="2448560" cy="576580"/>
            </a:xfrm>
            <a:custGeom>
              <a:avLst/>
              <a:gdLst/>
              <a:ahLst/>
              <a:cxnLst/>
              <a:rect l="l" t="t" r="r" b="b"/>
              <a:pathLst>
                <a:path w="2448559" h="576579">
                  <a:moveTo>
                    <a:pt x="2352294" y="0"/>
                  </a:moveTo>
                  <a:lnTo>
                    <a:pt x="96012" y="0"/>
                  </a:lnTo>
                  <a:lnTo>
                    <a:pt x="58668" y="7536"/>
                  </a:lnTo>
                  <a:lnTo>
                    <a:pt x="28146" y="28098"/>
                  </a:lnTo>
                  <a:lnTo>
                    <a:pt x="7554" y="58614"/>
                  </a:lnTo>
                  <a:lnTo>
                    <a:pt x="0" y="96011"/>
                  </a:lnTo>
                  <a:lnTo>
                    <a:pt x="0" y="480059"/>
                  </a:lnTo>
                  <a:lnTo>
                    <a:pt x="7554" y="517403"/>
                  </a:lnTo>
                  <a:lnTo>
                    <a:pt x="28146" y="547925"/>
                  </a:lnTo>
                  <a:lnTo>
                    <a:pt x="58668" y="568517"/>
                  </a:lnTo>
                  <a:lnTo>
                    <a:pt x="96012" y="576071"/>
                  </a:lnTo>
                  <a:lnTo>
                    <a:pt x="2352294" y="576071"/>
                  </a:lnTo>
                  <a:lnTo>
                    <a:pt x="2389691" y="568517"/>
                  </a:lnTo>
                  <a:lnTo>
                    <a:pt x="2420207" y="547925"/>
                  </a:lnTo>
                  <a:lnTo>
                    <a:pt x="2440769" y="517403"/>
                  </a:lnTo>
                  <a:lnTo>
                    <a:pt x="2448305" y="480059"/>
                  </a:lnTo>
                  <a:lnTo>
                    <a:pt x="2448305" y="96011"/>
                  </a:lnTo>
                  <a:lnTo>
                    <a:pt x="2440769" y="58614"/>
                  </a:lnTo>
                  <a:lnTo>
                    <a:pt x="2420207" y="28098"/>
                  </a:lnTo>
                  <a:lnTo>
                    <a:pt x="2389691" y="7536"/>
                  </a:lnTo>
                  <a:lnTo>
                    <a:pt x="235229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90080" y="3368294"/>
              <a:ext cx="2448560" cy="576580"/>
            </a:xfrm>
            <a:custGeom>
              <a:avLst/>
              <a:gdLst/>
              <a:ahLst/>
              <a:cxnLst/>
              <a:rect l="l" t="t" r="r" b="b"/>
              <a:pathLst>
                <a:path w="2448559" h="576579">
                  <a:moveTo>
                    <a:pt x="0" y="96011"/>
                  </a:moveTo>
                  <a:lnTo>
                    <a:pt x="7554" y="58614"/>
                  </a:lnTo>
                  <a:lnTo>
                    <a:pt x="28146" y="28098"/>
                  </a:lnTo>
                  <a:lnTo>
                    <a:pt x="58668" y="7536"/>
                  </a:lnTo>
                  <a:lnTo>
                    <a:pt x="96012" y="0"/>
                  </a:lnTo>
                  <a:lnTo>
                    <a:pt x="2352294" y="0"/>
                  </a:lnTo>
                  <a:lnTo>
                    <a:pt x="2389691" y="7536"/>
                  </a:lnTo>
                  <a:lnTo>
                    <a:pt x="2420207" y="28098"/>
                  </a:lnTo>
                  <a:lnTo>
                    <a:pt x="2440769" y="58614"/>
                  </a:lnTo>
                  <a:lnTo>
                    <a:pt x="2448305" y="96011"/>
                  </a:lnTo>
                  <a:lnTo>
                    <a:pt x="2448305" y="480059"/>
                  </a:lnTo>
                  <a:lnTo>
                    <a:pt x="2440769" y="517403"/>
                  </a:lnTo>
                  <a:lnTo>
                    <a:pt x="2420207" y="547925"/>
                  </a:lnTo>
                  <a:lnTo>
                    <a:pt x="2389691" y="568517"/>
                  </a:lnTo>
                  <a:lnTo>
                    <a:pt x="2352294" y="576071"/>
                  </a:lnTo>
                  <a:lnTo>
                    <a:pt x="96012" y="576071"/>
                  </a:lnTo>
                  <a:lnTo>
                    <a:pt x="58668" y="568517"/>
                  </a:lnTo>
                  <a:lnTo>
                    <a:pt x="28146" y="547925"/>
                  </a:lnTo>
                  <a:lnTo>
                    <a:pt x="7554" y="517403"/>
                  </a:lnTo>
                  <a:lnTo>
                    <a:pt x="0" y="480059"/>
                  </a:lnTo>
                  <a:lnTo>
                    <a:pt x="0" y="9601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525004" y="3491865"/>
            <a:ext cx="1378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Instruction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983730" y="4370070"/>
            <a:ext cx="2461260" cy="661035"/>
            <a:chOff x="6983730" y="4370070"/>
            <a:chExt cx="2461260" cy="661035"/>
          </a:xfrm>
        </p:grpSpPr>
        <p:sp>
          <p:nvSpPr>
            <p:cNvPr id="30" name="object 30"/>
            <p:cNvSpPr/>
            <p:nvPr/>
          </p:nvSpPr>
          <p:spPr>
            <a:xfrm>
              <a:off x="6990080" y="4376420"/>
              <a:ext cx="2448560" cy="648335"/>
            </a:xfrm>
            <a:custGeom>
              <a:avLst/>
              <a:gdLst/>
              <a:ahLst/>
              <a:cxnLst/>
              <a:rect l="l" t="t" r="r" b="b"/>
              <a:pathLst>
                <a:path w="2448559" h="648335">
                  <a:moveTo>
                    <a:pt x="2340355" y="0"/>
                  </a:moveTo>
                  <a:lnTo>
                    <a:pt x="108076" y="0"/>
                  </a:lnTo>
                  <a:lnTo>
                    <a:pt x="66008" y="8491"/>
                  </a:lnTo>
                  <a:lnTo>
                    <a:pt x="31654" y="31638"/>
                  </a:lnTo>
                  <a:lnTo>
                    <a:pt x="8493" y="65954"/>
                  </a:lnTo>
                  <a:lnTo>
                    <a:pt x="0" y="107949"/>
                  </a:lnTo>
                  <a:lnTo>
                    <a:pt x="0" y="540003"/>
                  </a:lnTo>
                  <a:lnTo>
                    <a:pt x="8493" y="582072"/>
                  </a:lnTo>
                  <a:lnTo>
                    <a:pt x="31654" y="616426"/>
                  </a:lnTo>
                  <a:lnTo>
                    <a:pt x="66008" y="639587"/>
                  </a:lnTo>
                  <a:lnTo>
                    <a:pt x="108076" y="648080"/>
                  </a:lnTo>
                  <a:lnTo>
                    <a:pt x="2340355" y="648080"/>
                  </a:lnTo>
                  <a:lnTo>
                    <a:pt x="2382351" y="639587"/>
                  </a:lnTo>
                  <a:lnTo>
                    <a:pt x="2416667" y="616426"/>
                  </a:lnTo>
                  <a:lnTo>
                    <a:pt x="2439814" y="582072"/>
                  </a:lnTo>
                  <a:lnTo>
                    <a:pt x="2448305" y="540003"/>
                  </a:lnTo>
                  <a:lnTo>
                    <a:pt x="2448305" y="107949"/>
                  </a:lnTo>
                  <a:lnTo>
                    <a:pt x="2439814" y="65954"/>
                  </a:lnTo>
                  <a:lnTo>
                    <a:pt x="2416667" y="31638"/>
                  </a:lnTo>
                  <a:lnTo>
                    <a:pt x="2382351" y="8491"/>
                  </a:lnTo>
                  <a:lnTo>
                    <a:pt x="2340355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90080" y="4376420"/>
              <a:ext cx="2448560" cy="648335"/>
            </a:xfrm>
            <a:custGeom>
              <a:avLst/>
              <a:gdLst/>
              <a:ahLst/>
              <a:cxnLst/>
              <a:rect l="l" t="t" r="r" b="b"/>
              <a:pathLst>
                <a:path w="2448559" h="648335">
                  <a:moveTo>
                    <a:pt x="0" y="107949"/>
                  </a:moveTo>
                  <a:lnTo>
                    <a:pt x="8493" y="65954"/>
                  </a:lnTo>
                  <a:lnTo>
                    <a:pt x="31654" y="31638"/>
                  </a:lnTo>
                  <a:lnTo>
                    <a:pt x="66008" y="8491"/>
                  </a:lnTo>
                  <a:lnTo>
                    <a:pt x="108076" y="0"/>
                  </a:lnTo>
                  <a:lnTo>
                    <a:pt x="2340355" y="0"/>
                  </a:lnTo>
                  <a:lnTo>
                    <a:pt x="2382351" y="8491"/>
                  </a:lnTo>
                  <a:lnTo>
                    <a:pt x="2416667" y="31638"/>
                  </a:lnTo>
                  <a:lnTo>
                    <a:pt x="2439814" y="65954"/>
                  </a:lnTo>
                  <a:lnTo>
                    <a:pt x="2448305" y="107949"/>
                  </a:lnTo>
                  <a:lnTo>
                    <a:pt x="2448305" y="540003"/>
                  </a:lnTo>
                  <a:lnTo>
                    <a:pt x="2439814" y="582072"/>
                  </a:lnTo>
                  <a:lnTo>
                    <a:pt x="2416667" y="616426"/>
                  </a:lnTo>
                  <a:lnTo>
                    <a:pt x="2382351" y="639587"/>
                  </a:lnTo>
                  <a:lnTo>
                    <a:pt x="2340355" y="648080"/>
                  </a:lnTo>
                  <a:lnTo>
                    <a:pt x="108076" y="648080"/>
                  </a:lnTo>
                  <a:lnTo>
                    <a:pt x="66008" y="639587"/>
                  </a:lnTo>
                  <a:lnTo>
                    <a:pt x="31654" y="616426"/>
                  </a:lnTo>
                  <a:lnTo>
                    <a:pt x="8493" y="582072"/>
                  </a:lnTo>
                  <a:lnTo>
                    <a:pt x="0" y="540003"/>
                  </a:lnTo>
                  <a:lnTo>
                    <a:pt x="0" y="10794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345171" y="4536185"/>
            <a:ext cx="1738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Addressing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Modes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64656" y="2720212"/>
            <a:ext cx="725805" cy="1980564"/>
          </a:xfrm>
          <a:custGeom>
            <a:avLst/>
            <a:gdLst/>
            <a:ahLst/>
            <a:cxnLst/>
            <a:rect l="l" t="t" r="r" b="b"/>
            <a:pathLst>
              <a:path w="725804" h="1980564">
                <a:moveTo>
                  <a:pt x="725551" y="0"/>
                </a:moveTo>
                <a:lnTo>
                  <a:pt x="632333" y="33782"/>
                </a:lnTo>
                <a:lnTo>
                  <a:pt x="629031" y="34925"/>
                </a:lnTo>
                <a:lnTo>
                  <a:pt x="627380" y="38608"/>
                </a:lnTo>
                <a:lnTo>
                  <a:pt x="629666" y="45212"/>
                </a:lnTo>
                <a:lnTo>
                  <a:pt x="633349" y="46863"/>
                </a:lnTo>
                <a:lnTo>
                  <a:pt x="636651" y="45720"/>
                </a:lnTo>
                <a:lnTo>
                  <a:pt x="697572" y="23609"/>
                </a:lnTo>
                <a:lnTo>
                  <a:pt x="508" y="860056"/>
                </a:lnTo>
                <a:lnTo>
                  <a:pt x="5334" y="864069"/>
                </a:lnTo>
                <a:lnTo>
                  <a:pt x="0" y="867537"/>
                </a:lnTo>
                <a:lnTo>
                  <a:pt x="700709" y="1953488"/>
                </a:lnTo>
                <a:lnTo>
                  <a:pt x="642874" y="1924050"/>
                </a:lnTo>
                <a:lnTo>
                  <a:pt x="639699" y="1922526"/>
                </a:lnTo>
                <a:lnTo>
                  <a:pt x="635889" y="1923669"/>
                </a:lnTo>
                <a:lnTo>
                  <a:pt x="634365" y="1926844"/>
                </a:lnTo>
                <a:lnTo>
                  <a:pt x="632714" y="1930019"/>
                </a:lnTo>
                <a:lnTo>
                  <a:pt x="633984" y="1933829"/>
                </a:lnTo>
                <a:lnTo>
                  <a:pt x="637159" y="1935353"/>
                </a:lnTo>
                <a:lnTo>
                  <a:pt x="725424" y="1980311"/>
                </a:lnTo>
                <a:lnTo>
                  <a:pt x="725093" y="1973072"/>
                </a:lnTo>
                <a:lnTo>
                  <a:pt x="720979" y="1881251"/>
                </a:lnTo>
                <a:lnTo>
                  <a:pt x="720852" y="1877695"/>
                </a:lnTo>
                <a:lnTo>
                  <a:pt x="717931" y="1875028"/>
                </a:lnTo>
                <a:lnTo>
                  <a:pt x="714375" y="1875155"/>
                </a:lnTo>
                <a:lnTo>
                  <a:pt x="710946" y="1875409"/>
                </a:lnTo>
                <a:lnTo>
                  <a:pt x="708152" y="1878330"/>
                </a:lnTo>
                <a:lnTo>
                  <a:pt x="708406" y="1881759"/>
                </a:lnTo>
                <a:lnTo>
                  <a:pt x="711288" y="1946490"/>
                </a:lnTo>
                <a:lnTo>
                  <a:pt x="17830" y="871791"/>
                </a:lnTo>
                <a:lnTo>
                  <a:pt x="688962" y="938860"/>
                </a:lnTo>
                <a:lnTo>
                  <a:pt x="630047" y="965708"/>
                </a:lnTo>
                <a:lnTo>
                  <a:pt x="626872" y="967232"/>
                </a:lnTo>
                <a:lnTo>
                  <a:pt x="625475" y="970915"/>
                </a:lnTo>
                <a:lnTo>
                  <a:pt x="626999" y="974090"/>
                </a:lnTo>
                <a:lnTo>
                  <a:pt x="628396" y="977392"/>
                </a:lnTo>
                <a:lnTo>
                  <a:pt x="632206" y="978789"/>
                </a:lnTo>
                <a:lnTo>
                  <a:pt x="635381" y="977265"/>
                </a:lnTo>
                <a:lnTo>
                  <a:pt x="714413" y="941197"/>
                </a:lnTo>
                <a:lnTo>
                  <a:pt x="725551" y="936117"/>
                </a:lnTo>
                <a:lnTo>
                  <a:pt x="645287" y="877951"/>
                </a:lnTo>
                <a:lnTo>
                  <a:pt x="642493" y="875792"/>
                </a:lnTo>
                <a:lnTo>
                  <a:pt x="638429" y="876427"/>
                </a:lnTo>
                <a:lnTo>
                  <a:pt x="636397" y="879348"/>
                </a:lnTo>
                <a:lnTo>
                  <a:pt x="634365" y="882142"/>
                </a:lnTo>
                <a:lnTo>
                  <a:pt x="635000" y="886079"/>
                </a:lnTo>
                <a:lnTo>
                  <a:pt x="637794" y="888238"/>
                </a:lnTo>
                <a:lnTo>
                  <a:pt x="689991" y="926147"/>
                </a:lnTo>
                <a:lnTo>
                  <a:pt x="17945" y="858977"/>
                </a:lnTo>
                <a:lnTo>
                  <a:pt x="707301" y="31661"/>
                </a:lnTo>
                <a:lnTo>
                  <a:pt x="696468" y="95631"/>
                </a:lnTo>
                <a:lnTo>
                  <a:pt x="695960" y="99060"/>
                </a:lnTo>
                <a:lnTo>
                  <a:pt x="698246" y="102362"/>
                </a:lnTo>
                <a:lnTo>
                  <a:pt x="701675" y="102870"/>
                </a:lnTo>
                <a:lnTo>
                  <a:pt x="705231" y="103505"/>
                </a:lnTo>
                <a:lnTo>
                  <a:pt x="708406" y="101219"/>
                </a:lnTo>
                <a:lnTo>
                  <a:pt x="709041" y="97663"/>
                </a:lnTo>
                <a:lnTo>
                  <a:pt x="724598" y="5588"/>
                </a:lnTo>
                <a:lnTo>
                  <a:pt x="72555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9160" y="6587008"/>
            <a:ext cx="631190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 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0"/>
            <a:ext cx="12204700" cy="6864350"/>
            <a:chOff x="-6350" y="0"/>
            <a:chExt cx="12204700" cy="6864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6350" y="0"/>
              <a:ext cx="12204700" cy="68643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5802" y="1052702"/>
              <a:ext cx="2952750" cy="720090"/>
            </a:xfrm>
            <a:custGeom>
              <a:avLst/>
              <a:gdLst/>
              <a:ahLst/>
              <a:cxnLst/>
              <a:rect l="l" t="t" r="r" b="b"/>
              <a:pathLst>
                <a:path w="2952750" h="720089">
                  <a:moveTo>
                    <a:pt x="2832277" y="0"/>
                  </a:moveTo>
                  <a:lnTo>
                    <a:pt x="120015" y="0"/>
                  </a:lnTo>
                  <a:lnTo>
                    <a:pt x="73300" y="9429"/>
                  </a:lnTo>
                  <a:lnTo>
                    <a:pt x="35152" y="35147"/>
                  </a:lnTo>
                  <a:lnTo>
                    <a:pt x="9431" y="73294"/>
                  </a:lnTo>
                  <a:lnTo>
                    <a:pt x="0" y="120014"/>
                  </a:lnTo>
                  <a:lnTo>
                    <a:pt x="0" y="600075"/>
                  </a:lnTo>
                  <a:lnTo>
                    <a:pt x="9431" y="646795"/>
                  </a:lnTo>
                  <a:lnTo>
                    <a:pt x="35152" y="684942"/>
                  </a:lnTo>
                  <a:lnTo>
                    <a:pt x="73300" y="710660"/>
                  </a:lnTo>
                  <a:lnTo>
                    <a:pt x="120015" y="720089"/>
                  </a:lnTo>
                  <a:lnTo>
                    <a:pt x="2832277" y="720089"/>
                  </a:lnTo>
                  <a:lnTo>
                    <a:pt x="2878997" y="710660"/>
                  </a:lnTo>
                  <a:lnTo>
                    <a:pt x="2917145" y="684942"/>
                  </a:lnTo>
                  <a:lnTo>
                    <a:pt x="2942863" y="646795"/>
                  </a:lnTo>
                  <a:lnTo>
                    <a:pt x="2952292" y="600075"/>
                  </a:lnTo>
                  <a:lnTo>
                    <a:pt x="2952292" y="120014"/>
                  </a:lnTo>
                  <a:lnTo>
                    <a:pt x="2942863" y="73294"/>
                  </a:lnTo>
                  <a:lnTo>
                    <a:pt x="2917145" y="35147"/>
                  </a:lnTo>
                  <a:lnTo>
                    <a:pt x="2878997" y="9429"/>
                  </a:lnTo>
                  <a:lnTo>
                    <a:pt x="283227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5802" y="1052702"/>
              <a:ext cx="2952750" cy="720090"/>
            </a:xfrm>
            <a:custGeom>
              <a:avLst/>
              <a:gdLst/>
              <a:ahLst/>
              <a:cxnLst/>
              <a:rect l="l" t="t" r="r" b="b"/>
              <a:pathLst>
                <a:path w="2952750" h="720089">
                  <a:moveTo>
                    <a:pt x="0" y="120014"/>
                  </a:moveTo>
                  <a:lnTo>
                    <a:pt x="9431" y="73294"/>
                  </a:lnTo>
                  <a:lnTo>
                    <a:pt x="35152" y="35147"/>
                  </a:lnTo>
                  <a:lnTo>
                    <a:pt x="73300" y="9429"/>
                  </a:lnTo>
                  <a:lnTo>
                    <a:pt x="120015" y="0"/>
                  </a:lnTo>
                  <a:lnTo>
                    <a:pt x="2832277" y="0"/>
                  </a:lnTo>
                  <a:lnTo>
                    <a:pt x="2878997" y="9429"/>
                  </a:lnTo>
                  <a:lnTo>
                    <a:pt x="2917145" y="35147"/>
                  </a:lnTo>
                  <a:lnTo>
                    <a:pt x="2942863" y="73294"/>
                  </a:lnTo>
                  <a:lnTo>
                    <a:pt x="2952292" y="120014"/>
                  </a:lnTo>
                  <a:lnTo>
                    <a:pt x="2952292" y="600075"/>
                  </a:lnTo>
                  <a:lnTo>
                    <a:pt x="2942863" y="646795"/>
                  </a:lnTo>
                  <a:lnTo>
                    <a:pt x="2917145" y="684942"/>
                  </a:lnTo>
                  <a:lnTo>
                    <a:pt x="2878997" y="710660"/>
                  </a:lnTo>
                  <a:lnTo>
                    <a:pt x="2832277" y="720089"/>
                  </a:lnTo>
                  <a:lnTo>
                    <a:pt x="120015" y="720089"/>
                  </a:lnTo>
                  <a:lnTo>
                    <a:pt x="73300" y="710660"/>
                  </a:lnTo>
                  <a:lnTo>
                    <a:pt x="35152" y="684942"/>
                  </a:lnTo>
                  <a:lnTo>
                    <a:pt x="9431" y="646795"/>
                  </a:lnTo>
                  <a:lnTo>
                    <a:pt x="0" y="600075"/>
                  </a:lnTo>
                  <a:lnTo>
                    <a:pt x="0" y="12001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38199" y="1247902"/>
            <a:ext cx="2186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Computer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Organization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34023" y="254254"/>
            <a:ext cx="2965450" cy="732790"/>
            <a:chOff x="6034023" y="254254"/>
            <a:chExt cx="2965450" cy="732790"/>
          </a:xfrm>
        </p:grpSpPr>
        <p:sp>
          <p:nvSpPr>
            <p:cNvPr id="9" name="object 9"/>
            <p:cNvSpPr/>
            <p:nvPr/>
          </p:nvSpPr>
          <p:spPr>
            <a:xfrm>
              <a:off x="6040373" y="260604"/>
              <a:ext cx="2952750" cy="720090"/>
            </a:xfrm>
            <a:custGeom>
              <a:avLst/>
              <a:gdLst/>
              <a:ahLst/>
              <a:cxnLst/>
              <a:rect l="l" t="t" r="r" b="b"/>
              <a:pathLst>
                <a:path w="2952750" h="720090">
                  <a:moveTo>
                    <a:pt x="2832354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5"/>
                  </a:lnTo>
                  <a:lnTo>
                    <a:pt x="0" y="600075"/>
                  </a:lnTo>
                  <a:lnTo>
                    <a:pt x="9429" y="646795"/>
                  </a:lnTo>
                  <a:lnTo>
                    <a:pt x="35147" y="684942"/>
                  </a:lnTo>
                  <a:lnTo>
                    <a:pt x="73294" y="710660"/>
                  </a:lnTo>
                  <a:lnTo>
                    <a:pt x="120014" y="720090"/>
                  </a:lnTo>
                  <a:lnTo>
                    <a:pt x="2832354" y="720090"/>
                  </a:lnTo>
                  <a:lnTo>
                    <a:pt x="2879074" y="710660"/>
                  </a:lnTo>
                  <a:lnTo>
                    <a:pt x="2917221" y="684942"/>
                  </a:lnTo>
                  <a:lnTo>
                    <a:pt x="2942939" y="646795"/>
                  </a:lnTo>
                  <a:lnTo>
                    <a:pt x="2952369" y="600075"/>
                  </a:lnTo>
                  <a:lnTo>
                    <a:pt x="2952369" y="120015"/>
                  </a:lnTo>
                  <a:lnTo>
                    <a:pt x="2942939" y="73294"/>
                  </a:lnTo>
                  <a:lnTo>
                    <a:pt x="2917221" y="35147"/>
                  </a:lnTo>
                  <a:lnTo>
                    <a:pt x="2879074" y="9429"/>
                  </a:lnTo>
                  <a:lnTo>
                    <a:pt x="283235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40373" y="260604"/>
              <a:ext cx="2952750" cy="720090"/>
            </a:xfrm>
            <a:custGeom>
              <a:avLst/>
              <a:gdLst/>
              <a:ahLst/>
              <a:cxnLst/>
              <a:rect l="l" t="t" r="r" b="b"/>
              <a:pathLst>
                <a:path w="2952750" h="720090">
                  <a:moveTo>
                    <a:pt x="0" y="120015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2832354" y="0"/>
                  </a:lnTo>
                  <a:lnTo>
                    <a:pt x="2879074" y="9429"/>
                  </a:lnTo>
                  <a:lnTo>
                    <a:pt x="2917221" y="35147"/>
                  </a:lnTo>
                  <a:lnTo>
                    <a:pt x="2942939" y="73294"/>
                  </a:lnTo>
                  <a:lnTo>
                    <a:pt x="2952369" y="120015"/>
                  </a:lnTo>
                  <a:lnTo>
                    <a:pt x="2952369" y="600075"/>
                  </a:lnTo>
                  <a:lnTo>
                    <a:pt x="2942939" y="646795"/>
                  </a:lnTo>
                  <a:lnTo>
                    <a:pt x="2917221" y="684942"/>
                  </a:lnTo>
                  <a:lnTo>
                    <a:pt x="2879074" y="710660"/>
                  </a:lnTo>
                  <a:lnTo>
                    <a:pt x="2832354" y="720090"/>
                  </a:lnTo>
                  <a:lnTo>
                    <a:pt x="120014" y="720090"/>
                  </a:lnTo>
                  <a:lnTo>
                    <a:pt x="73294" y="710660"/>
                  </a:lnTo>
                  <a:lnTo>
                    <a:pt x="35147" y="684942"/>
                  </a:lnTo>
                  <a:lnTo>
                    <a:pt x="9429" y="646795"/>
                  </a:lnTo>
                  <a:lnTo>
                    <a:pt x="0" y="600075"/>
                  </a:lnTo>
                  <a:lnTo>
                    <a:pt x="0" y="12001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429502" y="318642"/>
            <a:ext cx="2174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4945">
              <a:lnSpc>
                <a:spcPct val="100000"/>
              </a:lnSpc>
              <a:spcBef>
                <a:spcPts val="100"/>
              </a:spcBef>
            </a:pPr>
            <a:r>
              <a:rPr sz="1800" b="0" spc="-5" dirty="0">
                <a:solidFill>
                  <a:srgbClr val="FFFFFF"/>
                </a:solidFill>
                <a:latin typeface="Calibri"/>
                <a:cs typeface="Calibri"/>
              </a:rPr>
              <a:t>Connection</a:t>
            </a:r>
            <a:r>
              <a:rPr sz="1800" b="0" dirty="0">
                <a:solidFill>
                  <a:srgbClr val="FFFFFF"/>
                </a:solidFill>
                <a:latin typeface="Calibri"/>
                <a:cs typeface="Calibri"/>
              </a:rPr>
              <a:t> among </a:t>
            </a:r>
            <a:r>
              <a:rPr sz="1800" b="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0" spc="-15" dirty="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r>
              <a:rPr sz="1800" b="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0" spc="-5" dirty="0">
                <a:solidFill>
                  <a:srgbClr val="FFFFFF"/>
                </a:solidFill>
                <a:latin typeface="Calibri"/>
                <a:cs typeface="Calibri"/>
              </a:rPr>
              <a:t>Components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34023" y="1694433"/>
            <a:ext cx="2965450" cy="732790"/>
            <a:chOff x="6034023" y="1694433"/>
            <a:chExt cx="2965450" cy="732790"/>
          </a:xfrm>
        </p:grpSpPr>
        <p:sp>
          <p:nvSpPr>
            <p:cNvPr id="13" name="object 13"/>
            <p:cNvSpPr/>
            <p:nvPr/>
          </p:nvSpPr>
          <p:spPr>
            <a:xfrm>
              <a:off x="6040373" y="1700783"/>
              <a:ext cx="2952750" cy="720090"/>
            </a:xfrm>
            <a:custGeom>
              <a:avLst/>
              <a:gdLst/>
              <a:ahLst/>
              <a:cxnLst/>
              <a:rect l="l" t="t" r="r" b="b"/>
              <a:pathLst>
                <a:path w="2952750" h="720089">
                  <a:moveTo>
                    <a:pt x="2832354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600075"/>
                  </a:lnTo>
                  <a:lnTo>
                    <a:pt x="9429" y="646795"/>
                  </a:lnTo>
                  <a:lnTo>
                    <a:pt x="35147" y="684942"/>
                  </a:lnTo>
                  <a:lnTo>
                    <a:pt x="73294" y="710660"/>
                  </a:lnTo>
                  <a:lnTo>
                    <a:pt x="120014" y="720089"/>
                  </a:lnTo>
                  <a:lnTo>
                    <a:pt x="2832354" y="720089"/>
                  </a:lnTo>
                  <a:lnTo>
                    <a:pt x="2879074" y="710660"/>
                  </a:lnTo>
                  <a:lnTo>
                    <a:pt x="2917221" y="684942"/>
                  </a:lnTo>
                  <a:lnTo>
                    <a:pt x="2942939" y="646795"/>
                  </a:lnTo>
                  <a:lnTo>
                    <a:pt x="2952369" y="600075"/>
                  </a:lnTo>
                  <a:lnTo>
                    <a:pt x="2952369" y="120014"/>
                  </a:lnTo>
                  <a:lnTo>
                    <a:pt x="2942939" y="73294"/>
                  </a:lnTo>
                  <a:lnTo>
                    <a:pt x="2917221" y="35147"/>
                  </a:lnTo>
                  <a:lnTo>
                    <a:pt x="2879074" y="9429"/>
                  </a:lnTo>
                  <a:lnTo>
                    <a:pt x="283235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40373" y="1700783"/>
              <a:ext cx="2952750" cy="720090"/>
            </a:xfrm>
            <a:custGeom>
              <a:avLst/>
              <a:gdLst/>
              <a:ahLst/>
              <a:cxnLst/>
              <a:rect l="l" t="t" r="r" b="b"/>
              <a:pathLst>
                <a:path w="2952750" h="720089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2832354" y="0"/>
                  </a:lnTo>
                  <a:lnTo>
                    <a:pt x="2879074" y="9429"/>
                  </a:lnTo>
                  <a:lnTo>
                    <a:pt x="2917221" y="35147"/>
                  </a:lnTo>
                  <a:lnTo>
                    <a:pt x="2942939" y="73294"/>
                  </a:lnTo>
                  <a:lnTo>
                    <a:pt x="2952369" y="120014"/>
                  </a:lnTo>
                  <a:lnTo>
                    <a:pt x="2952369" y="600075"/>
                  </a:lnTo>
                  <a:lnTo>
                    <a:pt x="2942939" y="646795"/>
                  </a:lnTo>
                  <a:lnTo>
                    <a:pt x="2917221" y="684942"/>
                  </a:lnTo>
                  <a:lnTo>
                    <a:pt x="2879074" y="710660"/>
                  </a:lnTo>
                  <a:lnTo>
                    <a:pt x="2832354" y="720089"/>
                  </a:lnTo>
                  <a:lnTo>
                    <a:pt x="120014" y="720089"/>
                  </a:lnTo>
                  <a:lnTo>
                    <a:pt x="73294" y="710660"/>
                  </a:lnTo>
                  <a:lnTo>
                    <a:pt x="35147" y="684942"/>
                  </a:lnTo>
                  <a:lnTo>
                    <a:pt x="9429" y="646795"/>
                  </a:lnTo>
                  <a:lnTo>
                    <a:pt x="0" y="600075"/>
                  </a:lnTo>
                  <a:lnTo>
                    <a:pt x="0" y="120014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16597" y="1758772"/>
            <a:ext cx="14014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Verification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31341" y="601598"/>
            <a:ext cx="5109210" cy="4185920"/>
            <a:chOff x="931341" y="601598"/>
            <a:chExt cx="5109210" cy="4185920"/>
          </a:xfrm>
        </p:grpSpPr>
        <p:sp>
          <p:nvSpPr>
            <p:cNvPr id="17" name="object 17"/>
            <p:cNvSpPr/>
            <p:nvPr/>
          </p:nvSpPr>
          <p:spPr>
            <a:xfrm>
              <a:off x="937691" y="601598"/>
              <a:ext cx="5102860" cy="4179570"/>
            </a:xfrm>
            <a:custGeom>
              <a:avLst/>
              <a:gdLst/>
              <a:ahLst/>
              <a:cxnLst/>
              <a:rect l="l" t="t" r="r" b="b"/>
              <a:pathLst>
                <a:path w="5102860" h="4179570">
                  <a:moveTo>
                    <a:pt x="3168345" y="3579495"/>
                  </a:moveTo>
                  <a:lnTo>
                    <a:pt x="3158909" y="3532784"/>
                  </a:lnTo>
                  <a:lnTo>
                    <a:pt x="3133191" y="3494633"/>
                  </a:lnTo>
                  <a:lnTo>
                    <a:pt x="3095040" y="3468916"/>
                  </a:lnTo>
                  <a:lnTo>
                    <a:pt x="3048330" y="3459480"/>
                  </a:lnTo>
                  <a:lnTo>
                    <a:pt x="120015" y="3459480"/>
                  </a:lnTo>
                  <a:lnTo>
                    <a:pt x="73291" y="3468916"/>
                  </a:lnTo>
                  <a:lnTo>
                    <a:pt x="35140" y="3494633"/>
                  </a:lnTo>
                  <a:lnTo>
                    <a:pt x="9423" y="3532784"/>
                  </a:lnTo>
                  <a:lnTo>
                    <a:pt x="0" y="3579495"/>
                  </a:lnTo>
                  <a:lnTo>
                    <a:pt x="0" y="4059555"/>
                  </a:lnTo>
                  <a:lnTo>
                    <a:pt x="9423" y="4106278"/>
                  </a:lnTo>
                  <a:lnTo>
                    <a:pt x="35140" y="4144429"/>
                  </a:lnTo>
                  <a:lnTo>
                    <a:pt x="73291" y="4170146"/>
                  </a:lnTo>
                  <a:lnTo>
                    <a:pt x="120015" y="4179570"/>
                  </a:lnTo>
                  <a:lnTo>
                    <a:pt x="3048330" y="4179570"/>
                  </a:lnTo>
                  <a:lnTo>
                    <a:pt x="3095040" y="4170146"/>
                  </a:lnTo>
                  <a:lnTo>
                    <a:pt x="3133191" y="4144429"/>
                  </a:lnTo>
                  <a:lnTo>
                    <a:pt x="3158909" y="4106278"/>
                  </a:lnTo>
                  <a:lnTo>
                    <a:pt x="3168345" y="4059555"/>
                  </a:lnTo>
                  <a:lnTo>
                    <a:pt x="3168345" y="3579495"/>
                  </a:lnTo>
                  <a:close/>
                </a:path>
                <a:path w="5102860" h="4179570">
                  <a:moveTo>
                    <a:pt x="5102682" y="19050"/>
                  </a:moveTo>
                  <a:lnTo>
                    <a:pt x="5093284" y="17272"/>
                  </a:lnTo>
                  <a:lnTo>
                    <a:pt x="5005400" y="635"/>
                  </a:lnTo>
                  <a:lnTo>
                    <a:pt x="5001844" y="0"/>
                  </a:lnTo>
                  <a:lnTo>
                    <a:pt x="4998542" y="2286"/>
                  </a:lnTo>
                  <a:lnTo>
                    <a:pt x="4997272" y="9144"/>
                  </a:lnTo>
                  <a:lnTo>
                    <a:pt x="4999558" y="12446"/>
                  </a:lnTo>
                  <a:lnTo>
                    <a:pt x="5066436" y="25184"/>
                  </a:lnTo>
                  <a:lnTo>
                    <a:pt x="2868371" y="805180"/>
                  </a:lnTo>
                  <a:lnTo>
                    <a:pt x="2870428" y="811060"/>
                  </a:lnTo>
                  <a:lnTo>
                    <a:pt x="2868625" y="817245"/>
                  </a:lnTo>
                  <a:lnTo>
                    <a:pt x="5066182" y="1455331"/>
                  </a:lnTo>
                  <a:lnTo>
                    <a:pt x="5000066" y="1471930"/>
                  </a:lnTo>
                  <a:lnTo>
                    <a:pt x="4998034" y="1475359"/>
                  </a:lnTo>
                  <a:lnTo>
                    <a:pt x="4998923" y="1478788"/>
                  </a:lnTo>
                  <a:lnTo>
                    <a:pt x="4999685" y="1482090"/>
                  </a:lnTo>
                  <a:lnTo>
                    <a:pt x="5003241" y="1484249"/>
                  </a:lnTo>
                  <a:lnTo>
                    <a:pt x="5006543" y="1483360"/>
                  </a:lnTo>
                  <a:lnTo>
                    <a:pt x="5092052" y="1461897"/>
                  </a:lnTo>
                  <a:lnTo>
                    <a:pt x="5102682" y="1459230"/>
                  </a:lnTo>
                  <a:lnTo>
                    <a:pt x="5032070" y="1384935"/>
                  </a:lnTo>
                  <a:lnTo>
                    <a:pt x="5028006" y="1384808"/>
                  </a:lnTo>
                  <a:lnTo>
                    <a:pt x="5022926" y="1389634"/>
                  </a:lnTo>
                  <a:lnTo>
                    <a:pt x="5022799" y="1393698"/>
                  </a:lnTo>
                  <a:lnTo>
                    <a:pt x="5069903" y="1443189"/>
                  </a:lnTo>
                  <a:lnTo>
                    <a:pt x="2891078" y="810552"/>
                  </a:lnTo>
                  <a:lnTo>
                    <a:pt x="5070919" y="37058"/>
                  </a:lnTo>
                  <a:lnTo>
                    <a:pt x="5029022" y="86614"/>
                  </a:lnTo>
                  <a:lnTo>
                    <a:pt x="5026736" y="89281"/>
                  </a:lnTo>
                  <a:lnTo>
                    <a:pt x="5027117" y="93218"/>
                  </a:lnTo>
                  <a:lnTo>
                    <a:pt x="5032451" y="97790"/>
                  </a:lnTo>
                  <a:lnTo>
                    <a:pt x="5036515" y="97409"/>
                  </a:lnTo>
                  <a:lnTo>
                    <a:pt x="5038674" y="94742"/>
                  </a:lnTo>
                  <a:lnTo>
                    <a:pt x="5102682" y="190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7691" y="4061078"/>
              <a:ext cx="3168650" cy="720090"/>
            </a:xfrm>
            <a:custGeom>
              <a:avLst/>
              <a:gdLst/>
              <a:ahLst/>
              <a:cxnLst/>
              <a:rect l="l" t="t" r="r" b="b"/>
              <a:pathLst>
                <a:path w="3168650" h="720089">
                  <a:moveTo>
                    <a:pt x="0" y="120015"/>
                  </a:moveTo>
                  <a:lnTo>
                    <a:pt x="9431" y="73294"/>
                  </a:lnTo>
                  <a:lnTo>
                    <a:pt x="35152" y="35147"/>
                  </a:lnTo>
                  <a:lnTo>
                    <a:pt x="73300" y="9429"/>
                  </a:lnTo>
                  <a:lnTo>
                    <a:pt x="120015" y="0"/>
                  </a:lnTo>
                  <a:lnTo>
                    <a:pt x="3048330" y="0"/>
                  </a:lnTo>
                  <a:lnTo>
                    <a:pt x="3095050" y="9429"/>
                  </a:lnTo>
                  <a:lnTo>
                    <a:pt x="3133197" y="35147"/>
                  </a:lnTo>
                  <a:lnTo>
                    <a:pt x="3158915" y="73294"/>
                  </a:lnTo>
                  <a:lnTo>
                    <a:pt x="3168345" y="120015"/>
                  </a:lnTo>
                  <a:lnTo>
                    <a:pt x="3168345" y="600075"/>
                  </a:lnTo>
                  <a:lnTo>
                    <a:pt x="3158915" y="646795"/>
                  </a:lnTo>
                  <a:lnTo>
                    <a:pt x="3133197" y="684942"/>
                  </a:lnTo>
                  <a:lnTo>
                    <a:pt x="3095050" y="710660"/>
                  </a:lnTo>
                  <a:lnTo>
                    <a:pt x="3048330" y="720090"/>
                  </a:lnTo>
                  <a:lnTo>
                    <a:pt x="120015" y="720090"/>
                  </a:lnTo>
                  <a:lnTo>
                    <a:pt x="73300" y="710660"/>
                  </a:lnTo>
                  <a:lnTo>
                    <a:pt x="35152" y="684942"/>
                  </a:lnTo>
                  <a:lnTo>
                    <a:pt x="9431" y="646795"/>
                  </a:lnTo>
                  <a:lnTo>
                    <a:pt x="0" y="600075"/>
                  </a:lnTo>
                  <a:lnTo>
                    <a:pt x="0" y="12001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04213" y="4256913"/>
            <a:ext cx="1635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15939" y="3406647"/>
            <a:ext cx="2605405" cy="661035"/>
            <a:chOff x="6115939" y="3406647"/>
            <a:chExt cx="2605405" cy="661035"/>
          </a:xfrm>
        </p:grpSpPr>
        <p:sp>
          <p:nvSpPr>
            <p:cNvPr id="21" name="object 21"/>
            <p:cNvSpPr/>
            <p:nvPr/>
          </p:nvSpPr>
          <p:spPr>
            <a:xfrm>
              <a:off x="6122289" y="3412997"/>
              <a:ext cx="2592705" cy="648335"/>
            </a:xfrm>
            <a:custGeom>
              <a:avLst/>
              <a:gdLst/>
              <a:ahLst/>
              <a:cxnLst/>
              <a:rect l="l" t="t" r="r" b="b"/>
              <a:pathLst>
                <a:path w="2592704" h="648335">
                  <a:moveTo>
                    <a:pt x="2484246" y="0"/>
                  </a:moveTo>
                  <a:lnTo>
                    <a:pt x="107950" y="0"/>
                  </a:lnTo>
                  <a:lnTo>
                    <a:pt x="65954" y="8493"/>
                  </a:lnTo>
                  <a:lnTo>
                    <a:pt x="31638" y="31654"/>
                  </a:lnTo>
                  <a:lnTo>
                    <a:pt x="8491" y="66008"/>
                  </a:lnTo>
                  <a:lnTo>
                    <a:pt x="0" y="108076"/>
                  </a:lnTo>
                  <a:lnTo>
                    <a:pt x="0" y="540131"/>
                  </a:lnTo>
                  <a:lnTo>
                    <a:pt x="8491" y="582126"/>
                  </a:lnTo>
                  <a:lnTo>
                    <a:pt x="31638" y="616442"/>
                  </a:lnTo>
                  <a:lnTo>
                    <a:pt x="65954" y="639589"/>
                  </a:lnTo>
                  <a:lnTo>
                    <a:pt x="107950" y="648081"/>
                  </a:lnTo>
                  <a:lnTo>
                    <a:pt x="2484246" y="648081"/>
                  </a:lnTo>
                  <a:lnTo>
                    <a:pt x="2526315" y="639589"/>
                  </a:lnTo>
                  <a:lnTo>
                    <a:pt x="2560669" y="616442"/>
                  </a:lnTo>
                  <a:lnTo>
                    <a:pt x="2583830" y="582126"/>
                  </a:lnTo>
                  <a:lnTo>
                    <a:pt x="2592324" y="540131"/>
                  </a:lnTo>
                  <a:lnTo>
                    <a:pt x="2592324" y="108076"/>
                  </a:lnTo>
                  <a:lnTo>
                    <a:pt x="2583830" y="66008"/>
                  </a:lnTo>
                  <a:lnTo>
                    <a:pt x="2560669" y="31654"/>
                  </a:lnTo>
                  <a:lnTo>
                    <a:pt x="2526315" y="8493"/>
                  </a:lnTo>
                  <a:lnTo>
                    <a:pt x="248424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22289" y="3412997"/>
              <a:ext cx="2592705" cy="648335"/>
            </a:xfrm>
            <a:custGeom>
              <a:avLst/>
              <a:gdLst/>
              <a:ahLst/>
              <a:cxnLst/>
              <a:rect l="l" t="t" r="r" b="b"/>
              <a:pathLst>
                <a:path w="2592704" h="648335">
                  <a:moveTo>
                    <a:pt x="0" y="108076"/>
                  </a:moveTo>
                  <a:lnTo>
                    <a:pt x="8491" y="66008"/>
                  </a:lnTo>
                  <a:lnTo>
                    <a:pt x="31638" y="31654"/>
                  </a:lnTo>
                  <a:lnTo>
                    <a:pt x="65954" y="8493"/>
                  </a:lnTo>
                  <a:lnTo>
                    <a:pt x="107950" y="0"/>
                  </a:lnTo>
                  <a:lnTo>
                    <a:pt x="2484246" y="0"/>
                  </a:lnTo>
                  <a:lnTo>
                    <a:pt x="2526315" y="8493"/>
                  </a:lnTo>
                  <a:lnTo>
                    <a:pt x="2560669" y="31654"/>
                  </a:lnTo>
                  <a:lnTo>
                    <a:pt x="2583830" y="66008"/>
                  </a:lnTo>
                  <a:lnTo>
                    <a:pt x="2592324" y="108076"/>
                  </a:lnTo>
                  <a:lnTo>
                    <a:pt x="2592324" y="540131"/>
                  </a:lnTo>
                  <a:lnTo>
                    <a:pt x="2583830" y="582126"/>
                  </a:lnTo>
                  <a:lnTo>
                    <a:pt x="2560669" y="616442"/>
                  </a:lnTo>
                  <a:lnTo>
                    <a:pt x="2526315" y="639589"/>
                  </a:lnTo>
                  <a:lnTo>
                    <a:pt x="2484246" y="648081"/>
                  </a:lnTo>
                  <a:lnTo>
                    <a:pt x="107950" y="648081"/>
                  </a:lnTo>
                  <a:lnTo>
                    <a:pt x="65954" y="639589"/>
                  </a:lnTo>
                  <a:lnTo>
                    <a:pt x="31638" y="616442"/>
                  </a:lnTo>
                  <a:lnTo>
                    <a:pt x="8491" y="582126"/>
                  </a:lnTo>
                  <a:lnTo>
                    <a:pt x="0" y="540131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07556" y="3435477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Determination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800" spc="-3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15939" y="5134864"/>
            <a:ext cx="2605405" cy="732790"/>
            <a:chOff x="6115939" y="5134864"/>
            <a:chExt cx="2605405" cy="732790"/>
          </a:xfrm>
        </p:grpSpPr>
        <p:sp>
          <p:nvSpPr>
            <p:cNvPr id="25" name="object 25"/>
            <p:cNvSpPr/>
            <p:nvPr/>
          </p:nvSpPr>
          <p:spPr>
            <a:xfrm>
              <a:off x="6122289" y="5141214"/>
              <a:ext cx="2592705" cy="720090"/>
            </a:xfrm>
            <a:custGeom>
              <a:avLst/>
              <a:gdLst/>
              <a:ahLst/>
              <a:cxnLst/>
              <a:rect l="l" t="t" r="r" b="b"/>
              <a:pathLst>
                <a:path w="2592704" h="720089">
                  <a:moveTo>
                    <a:pt x="2472309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5"/>
                  </a:lnTo>
                  <a:lnTo>
                    <a:pt x="0" y="600049"/>
                  </a:lnTo>
                  <a:lnTo>
                    <a:pt x="9429" y="646764"/>
                  </a:lnTo>
                  <a:lnTo>
                    <a:pt x="35147" y="684912"/>
                  </a:lnTo>
                  <a:lnTo>
                    <a:pt x="73294" y="710633"/>
                  </a:lnTo>
                  <a:lnTo>
                    <a:pt x="120014" y="720064"/>
                  </a:lnTo>
                  <a:lnTo>
                    <a:pt x="2472309" y="720064"/>
                  </a:lnTo>
                  <a:lnTo>
                    <a:pt x="2518975" y="710633"/>
                  </a:lnTo>
                  <a:lnTo>
                    <a:pt x="2557129" y="684912"/>
                  </a:lnTo>
                  <a:lnTo>
                    <a:pt x="2582876" y="646764"/>
                  </a:lnTo>
                  <a:lnTo>
                    <a:pt x="2592324" y="600049"/>
                  </a:lnTo>
                  <a:lnTo>
                    <a:pt x="2592324" y="120015"/>
                  </a:lnTo>
                  <a:lnTo>
                    <a:pt x="2582876" y="73294"/>
                  </a:lnTo>
                  <a:lnTo>
                    <a:pt x="2557129" y="35147"/>
                  </a:lnTo>
                  <a:lnTo>
                    <a:pt x="2518975" y="9429"/>
                  </a:lnTo>
                  <a:lnTo>
                    <a:pt x="247230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22289" y="5141214"/>
              <a:ext cx="2592705" cy="720090"/>
            </a:xfrm>
            <a:custGeom>
              <a:avLst/>
              <a:gdLst/>
              <a:ahLst/>
              <a:cxnLst/>
              <a:rect l="l" t="t" r="r" b="b"/>
              <a:pathLst>
                <a:path w="2592704" h="720089">
                  <a:moveTo>
                    <a:pt x="0" y="120015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2472309" y="0"/>
                  </a:lnTo>
                  <a:lnTo>
                    <a:pt x="2518975" y="9429"/>
                  </a:lnTo>
                  <a:lnTo>
                    <a:pt x="2557129" y="35147"/>
                  </a:lnTo>
                  <a:lnTo>
                    <a:pt x="2582876" y="73294"/>
                  </a:lnTo>
                  <a:lnTo>
                    <a:pt x="2592324" y="120015"/>
                  </a:lnTo>
                  <a:lnTo>
                    <a:pt x="2592324" y="600049"/>
                  </a:lnTo>
                  <a:lnTo>
                    <a:pt x="2582876" y="646764"/>
                  </a:lnTo>
                  <a:lnTo>
                    <a:pt x="2557129" y="684912"/>
                  </a:lnTo>
                  <a:lnTo>
                    <a:pt x="2518975" y="710633"/>
                  </a:lnTo>
                  <a:lnTo>
                    <a:pt x="2472309" y="720064"/>
                  </a:lnTo>
                  <a:lnTo>
                    <a:pt x="120014" y="720064"/>
                  </a:lnTo>
                  <a:lnTo>
                    <a:pt x="73294" y="710633"/>
                  </a:lnTo>
                  <a:lnTo>
                    <a:pt x="35147" y="684912"/>
                  </a:lnTo>
                  <a:lnTo>
                    <a:pt x="9429" y="646764"/>
                  </a:lnTo>
                  <a:lnTo>
                    <a:pt x="0" y="600049"/>
                  </a:lnTo>
                  <a:lnTo>
                    <a:pt x="0" y="12001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438391" y="5200015"/>
            <a:ext cx="1960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44525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Connecting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Parts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00277" y="5638901"/>
            <a:ext cx="3253104" cy="732790"/>
            <a:chOff x="900277" y="5638901"/>
            <a:chExt cx="3253104" cy="732790"/>
          </a:xfrm>
        </p:grpSpPr>
        <p:sp>
          <p:nvSpPr>
            <p:cNvPr id="29" name="object 29"/>
            <p:cNvSpPr/>
            <p:nvPr/>
          </p:nvSpPr>
          <p:spPr>
            <a:xfrm>
              <a:off x="906627" y="5645251"/>
              <a:ext cx="3240405" cy="720090"/>
            </a:xfrm>
            <a:custGeom>
              <a:avLst/>
              <a:gdLst/>
              <a:ahLst/>
              <a:cxnLst/>
              <a:rect l="l" t="t" r="r" b="b"/>
              <a:pathLst>
                <a:path w="3240404" h="720089">
                  <a:moveTo>
                    <a:pt x="3120288" y="0"/>
                  </a:moveTo>
                  <a:lnTo>
                    <a:pt x="120014" y="0"/>
                  </a:lnTo>
                  <a:lnTo>
                    <a:pt x="73300" y="9431"/>
                  </a:lnTo>
                  <a:lnTo>
                    <a:pt x="35152" y="35152"/>
                  </a:lnTo>
                  <a:lnTo>
                    <a:pt x="9431" y="73300"/>
                  </a:lnTo>
                  <a:lnTo>
                    <a:pt x="0" y="120015"/>
                  </a:lnTo>
                  <a:lnTo>
                    <a:pt x="0" y="600062"/>
                  </a:lnTo>
                  <a:lnTo>
                    <a:pt x="9431" y="646784"/>
                  </a:lnTo>
                  <a:lnTo>
                    <a:pt x="35152" y="684936"/>
                  </a:lnTo>
                  <a:lnTo>
                    <a:pt x="73300" y="710658"/>
                  </a:lnTo>
                  <a:lnTo>
                    <a:pt x="120014" y="720090"/>
                  </a:lnTo>
                  <a:lnTo>
                    <a:pt x="3120288" y="720090"/>
                  </a:lnTo>
                  <a:lnTo>
                    <a:pt x="3167008" y="710658"/>
                  </a:lnTo>
                  <a:lnTo>
                    <a:pt x="3205156" y="684936"/>
                  </a:lnTo>
                  <a:lnTo>
                    <a:pt x="3230873" y="646784"/>
                  </a:lnTo>
                  <a:lnTo>
                    <a:pt x="3240303" y="600062"/>
                  </a:lnTo>
                  <a:lnTo>
                    <a:pt x="3240303" y="120015"/>
                  </a:lnTo>
                  <a:lnTo>
                    <a:pt x="3230873" y="73300"/>
                  </a:lnTo>
                  <a:lnTo>
                    <a:pt x="3205156" y="35152"/>
                  </a:lnTo>
                  <a:lnTo>
                    <a:pt x="3167008" y="9431"/>
                  </a:lnTo>
                  <a:lnTo>
                    <a:pt x="3120288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6627" y="5645251"/>
              <a:ext cx="3240405" cy="720090"/>
            </a:xfrm>
            <a:custGeom>
              <a:avLst/>
              <a:gdLst/>
              <a:ahLst/>
              <a:cxnLst/>
              <a:rect l="l" t="t" r="r" b="b"/>
              <a:pathLst>
                <a:path w="3240404" h="720089">
                  <a:moveTo>
                    <a:pt x="0" y="120015"/>
                  </a:moveTo>
                  <a:lnTo>
                    <a:pt x="9431" y="73300"/>
                  </a:lnTo>
                  <a:lnTo>
                    <a:pt x="35152" y="35152"/>
                  </a:lnTo>
                  <a:lnTo>
                    <a:pt x="73300" y="9431"/>
                  </a:lnTo>
                  <a:lnTo>
                    <a:pt x="120014" y="0"/>
                  </a:lnTo>
                  <a:lnTo>
                    <a:pt x="3120288" y="0"/>
                  </a:lnTo>
                  <a:lnTo>
                    <a:pt x="3167008" y="9431"/>
                  </a:lnTo>
                  <a:lnTo>
                    <a:pt x="3205156" y="35152"/>
                  </a:lnTo>
                  <a:lnTo>
                    <a:pt x="3230873" y="73300"/>
                  </a:lnTo>
                  <a:lnTo>
                    <a:pt x="3240303" y="120015"/>
                  </a:lnTo>
                  <a:lnTo>
                    <a:pt x="3240303" y="600062"/>
                  </a:lnTo>
                  <a:lnTo>
                    <a:pt x="3230873" y="646784"/>
                  </a:lnTo>
                  <a:lnTo>
                    <a:pt x="3205156" y="684936"/>
                  </a:lnTo>
                  <a:lnTo>
                    <a:pt x="3167008" y="710658"/>
                  </a:lnTo>
                  <a:lnTo>
                    <a:pt x="3120288" y="720090"/>
                  </a:lnTo>
                  <a:lnTo>
                    <a:pt x="120014" y="720090"/>
                  </a:lnTo>
                  <a:lnTo>
                    <a:pt x="73300" y="710658"/>
                  </a:lnTo>
                  <a:lnTo>
                    <a:pt x="35152" y="684936"/>
                  </a:lnTo>
                  <a:lnTo>
                    <a:pt x="9431" y="646784"/>
                  </a:lnTo>
                  <a:lnTo>
                    <a:pt x="0" y="600062"/>
                  </a:lnTo>
                  <a:lnTo>
                    <a:pt x="0" y="12001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767967" y="5704128"/>
            <a:ext cx="1518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00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Computer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Im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474595" y="3716527"/>
            <a:ext cx="3648075" cy="1929130"/>
          </a:xfrm>
          <a:custGeom>
            <a:avLst/>
            <a:gdLst/>
            <a:ahLst/>
            <a:cxnLst/>
            <a:rect l="l" t="t" r="r" b="b"/>
            <a:pathLst>
              <a:path w="3648075" h="1929129">
                <a:moveTo>
                  <a:pt x="103378" y="1839849"/>
                </a:moveTo>
                <a:lnTo>
                  <a:pt x="102362" y="1835912"/>
                </a:lnTo>
                <a:lnTo>
                  <a:pt x="99314" y="1834134"/>
                </a:lnTo>
                <a:lnTo>
                  <a:pt x="96266" y="1832483"/>
                </a:lnTo>
                <a:lnTo>
                  <a:pt x="92456" y="1833499"/>
                </a:lnTo>
                <a:lnTo>
                  <a:pt x="90678" y="1836547"/>
                </a:lnTo>
                <a:lnTo>
                  <a:pt x="58407" y="1892528"/>
                </a:lnTo>
                <a:lnTo>
                  <a:pt x="53594" y="1064641"/>
                </a:lnTo>
                <a:lnTo>
                  <a:pt x="40894" y="1064641"/>
                </a:lnTo>
                <a:lnTo>
                  <a:pt x="45707" y="1892731"/>
                </a:lnTo>
                <a:lnTo>
                  <a:pt x="12700" y="1836928"/>
                </a:lnTo>
                <a:lnTo>
                  <a:pt x="10922" y="1834007"/>
                </a:lnTo>
                <a:lnTo>
                  <a:pt x="6985" y="1832991"/>
                </a:lnTo>
                <a:lnTo>
                  <a:pt x="4064" y="1834769"/>
                </a:lnTo>
                <a:lnTo>
                  <a:pt x="1016" y="1836547"/>
                </a:lnTo>
                <a:lnTo>
                  <a:pt x="0" y="1840357"/>
                </a:lnTo>
                <a:lnTo>
                  <a:pt x="1778" y="1843405"/>
                </a:lnTo>
                <a:lnTo>
                  <a:pt x="52197" y="1928761"/>
                </a:lnTo>
                <a:lnTo>
                  <a:pt x="59423" y="1916188"/>
                </a:lnTo>
                <a:lnTo>
                  <a:pt x="101600" y="1842897"/>
                </a:lnTo>
                <a:lnTo>
                  <a:pt x="103378" y="1839849"/>
                </a:lnTo>
                <a:close/>
              </a:path>
              <a:path w="3648075" h="1929129">
                <a:moveTo>
                  <a:pt x="3647694" y="20447"/>
                </a:moveTo>
                <a:lnTo>
                  <a:pt x="3638283" y="18542"/>
                </a:lnTo>
                <a:lnTo>
                  <a:pt x="3550539" y="762"/>
                </a:lnTo>
                <a:lnTo>
                  <a:pt x="3547110" y="0"/>
                </a:lnTo>
                <a:lnTo>
                  <a:pt x="3543808" y="2286"/>
                </a:lnTo>
                <a:lnTo>
                  <a:pt x="3543046" y="5715"/>
                </a:lnTo>
                <a:lnTo>
                  <a:pt x="3542411" y="9144"/>
                </a:lnTo>
                <a:lnTo>
                  <a:pt x="3544570" y="12446"/>
                </a:lnTo>
                <a:lnTo>
                  <a:pt x="3547999" y="13208"/>
                </a:lnTo>
                <a:lnTo>
                  <a:pt x="3611511" y="26085"/>
                </a:lnTo>
                <a:lnTo>
                  <a:pt x="1629410" y="698627"/>
                </a:lnTo>
                <a:lnTo>
                  <a:pt x="1631442" y="704596"/>
                </a:lnTo>
                <a:lnTo>
                  <a:pt x="1628394" y="710184"/>
                </a:lnTo>
                <a:lnTo>
                  <a:pt x="3612883" y="1773262"/>
                </a:lnTo>
                <a:lnTo>
                  <a:pt x="3544697" y="1775714"/>
                </a:lnTo>
                <a:lnTo>
                  <a:pt x="3541903" y="1778635"/>
                </a:lnTo>
                <a:lnTo>
                  <a:pt x="3542157" y="1785747"/>
                </a:lnTo>
                <a:lnTo>
                  <a:pt x="3545205" y="1788414"/>
                </a:lnTo>
                <a:lnTo>
                  <a:pt x="3647694" y="1784731"/>
                </a:lnTo>
                <a:lnTo>
                  <a:pt x="3647452" y="1784350"/>
                </a:lnTo>
                <a:lnTo>
                  <a:pt x="3595878" y="1700276"/>
                </a:lnTo>
                <a:lnTo>
                  <a:pt x="3593973" y="1697355"/>
                </a:lnTo>
                <a:lnTo>
                  <a:pt x="3590036" y="1696339"/>
                </a:lnTo>
                <a:lnTo>
                  <a:pt x="3587115" y="1698244"/>
                </a:lnTo>
                <a:lnTo>
                  <a:pt x="3584067" y="1700022"/>
                </a:lnTo>
                <a:lnTo>
                  <a:pt x="3583178" y="1703959"/>
                </a:lnTo>
                <a:lnTo>
                  <a:pt x="3584956" y="1706880"/>
                </a:lnTo>
                <a:lnTo>
                  <a:pt x="3618903" y="1762112"/>
                </a:lnTo>
                <a:lnTo>
                  <a:pt x="1647304" y="705878"/>
                </a:lnTo>
                <a:lnTo>
                  <a:pt x="3615550" y="38150"/>
                </a:lnTo>
                <a:lnTo>
                  <a:pt x="3573145" y="86995"/>
                </a:lnTo>
                <a:lnTo>
                  <a:pt x="3570732" y="89662"/>
                </a:lnTo>
                <a:lnTo>
                  <a:pt x="3571113" y="93599"/>
                </a:lnTo>
                <a:lnTo>
                  <a:pt x="3573780" y="95885"/>
                </a:lnTo>
                <a:lnTo>
                  <a:pt x="3576320" y="98171"/>
                </a:lnTo>
                <a:lnTo>
                  <a:pt x="3580384" y="97917"/>
                </a:lnTo>
                <a:lnTo>
                  <a:pt x="3582670" y="95250"/>
                </a:lnTo>
                <a:lnTo>
                  <a:pt x="3647694" y="2044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3478" y="0"/>
            <a:ext cx="1075448" cy="10121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227" y="147969"/>
            <a:ext cx="9185910" cy="672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0"/>
              </a:lnSpc>
            </a:pP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Why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Should</a:t>
            </a:r>
            <a:r>
              <a:rPr sz="40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40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Study</a:t>
            </a:r>
            <a:r>
              <a:rPr sz="40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sz="4000" b="1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course?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Examples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>
              <a:latin typeface="Times New Roman"/>
              <a:cs typeface="Times New Roman"/>
            </a:endParaRPr>
          </a:p>
          <a:p>
            <a:pPr marL="28733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Classification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204" dirty="0"/>
              <a:t> </a:t>
            </a:r>
            <a:r>
              <a:rPr spc="-15" dirty="0"/>
              <a:t>Architectures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39" y="924585"/>
            <a:ext cx="9958705" cy="184721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800" spc="-5" dirty="0">
                <a:latin typeface="Times New Roman"/>
                <a:cs typeface="Times New Roman"/>
              </a:rPr>
              <a:t>All</a:t>
            </a:r>
            <a:r>
              <a:rPr sz="2800" dirty="0">
                <a:latin typeface="Times New Roman"/>
                <a:cs typeface="Times New Roman"/>
              </a:rPr>
              <a:t> the </a:t>
            </a:r>
            <a:r>
              <a:rPr sz="2800" spc="-5" dirty="0">
                <a:latin typeface="Times New Roman"/>
                <a:cs typeface="Times New Roman"/>
              </a:rPr>
              <a:t>Computer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Architectures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one 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following:</a:t>
            </a:r>
            <a:endParaRPr sz="2800">
              <a:latin typeface="Times New Roman"/>
              <a:cs typeface="Times New Roman"/>
            </a:endParaRPr>
          </a:p>
          <a:p>
            <a:pPr marL="361315" indent="-349250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61950" algn="l"/>
              </a:tabLst>
            </a:pPr>
            <a:r>
              <a:rPr sz="2800" spc="-370" dirty="0">
                <a:latin typeface="Times New Roman"/>
                <a:cs typeface="Times New Roman"/>
              </a:rPr>
              <a:t>V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spc="5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-Neu</a:t>
            </a:r>
            <a:r>
              <a:rPr sz="2800" spc="-2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ann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Architectu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L="367665" indent="-355600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368300" algn="l"/>
              </a:tabLst>
            </a:pPr>
            <a:r>
              <a:rPr sz="2800" spc="-5" dirty="0">
                <a:latin typeface="Times New Roman"/>
                <a:cs typeface="Times New Roman"/>
              </a:rPr>
              <a:t>Harvard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Architecture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1.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Von-Neumann</a:t>
            </a:r>
            <a:r>
              <a:rPr sz="2800" b="1" i="1" spc="-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Architecture: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791" y="2926499"/>
            <a:ext cx="7929245" cy="3641725"/>
            <a:chOff x="62791" y="2926499"/>
            <a:chExt cx="7929245" cy="36417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91" y="2926499"/>
              <a:ext cx="5710174" cy="36412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25614" y="4537963"/>
              <a:ext cx="1160145" cy="498475"/>
            </a:xfrm>
            <a:custGeom>
              <a:avLst/>
              <a:gdLst/>
              <a:ahLst/>
              <a:cxnLst/>
              <a:rect l="l" t="t" r="r" b="b"/>
              <a:pathLst>
                <a:path w="1160145" h="498475">
                  <a:moveTo>
                    <a:pt x="1076578" y="0"/>
                  </a:moveTo>
                  <a:lnTo>
                    <a:pt x="82930" y="0"/>
                  </a:lnTo>
                  <a:lnTo>
                    <a:pt x="50631" y="6510"/>
                  </a:lnTo>
                  <a:lnTo>
                    <a:pt x="24272" y="24272"/>
                  </a:lnTo>
                  <a:lnTo>
                    <a:pt x="6510" y="50631"/>
                  </a:lnTo>
                  <a:lnTo>
                    <a:pt x="0" y="82931"/>
                  </a:lnTo>
                  <a:lnTo>
                    <a:pt x="0" y="415036"/>
                  </a:lnTo>
                  <a:lnTo>
                    <a:pt x="6510" y="447355"/>
                  </a:lnTo>
                  <a:lnTo>
                    <a:pt x="24272" y="473757"/>
                  </a:lnTo>
                  <a:lnTo>
                    <a:pt x="50631" y="491563"/>
                  </a:lnTo>
                  <a:lnTo>
                    <a:pt x="82930" y="498094"/>
                  </a:lnTo>
                  <a:lnTo>
                    <a:pt x="1076578" y="498094"/>
                  </a:lnTo>
                  <a:lnTo>
                    <a:pt x="1108952" y="491563"/>
                  </a:lnTo>
                  <a:lnTo>
                    <a:pt x="1135348" y="473757"/>
                  </a:lnTo>
                  <a:lnTo>
                    <a:pt x="1153124" y="447355"/>
                  </a:lnTo>
                  <a:lnTo>
                    <a:pt x="1159636" y="415036"/>
                  </a:lnTo>
                  <a:lnTo>
                    <a:pt x="1159636" y="82931"/>
                  </a:lnTo>
                  <a:lnTo>
                    <a:pt x="1153124" y="50631"/>
                  </a:lnTo>
                  <a:lnTo>
                    <a:pt x="1135348" y="24272"/>
                  </a:lnTo>
                  <a:lnTo>
                    <a:pt x="1108952" y="6510"/>
                  </a:lnTo>
                  <a:lnTo>
                    <a:pt x="107657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25614" y="4537963"/>
              <a:ext cx="1160145" cy="498475"/>
            </a:xfrm>
            <a:custGeom>
              <a:avLst/>
              <a:gdLst/>
              <a:ahLst/>
              <a:cxnLst/>
              <a:rect l="l" t="t" r="r" b="b"/>
              <a:pathLst>
                <a:path w="1160145" h="498475">
                  <a:moveTo>
                    <a:pt x="0" y="82931"/>
                  </a:moveTo>
                  <a:lnTo>
                    <a:pt x="6510" y="50631"/>
                  </a:lnTo>
                  <a:lnTo>
                    <a:pt x="24272" y="24272"/>
                  </a:lnTo>
                  <a:lnTo>
                    <a:pt x="50631" y="6510"/>
                  </a:lnTo>
                  <a:lnTo>
                    <a:pt x="82930" y="0"/>
                  </a:lnTo>
                  <a:lnTo>
                    <a:pt x="1076578" y="0"/>
                  </a:lnTo>
                  <a:lnTo>
                    <a:pt x="1108952" y="6510"/>
                  </a:lnTo>
                  <a:lnTo>
                    <a:pt x="1135348" y="24272"/>
                  </a:lnTo>
                  <a:lnTo>
                    <a:pt x="1153124" y="50631"/>
                  </a:lnTo>
                  <a:lnTo>
                    <a:pt x="1159636" y="82931"/>
                  </a:lnTo>
                  <a:lnTo>
                    <a:pt x="1159636" y="415036"/>
                  </a:lnTo>
                  <a:lnTo>
                    <a:pt x="1153124" y="447355"/>
                  </a:lnTo>
                  <a:lnTo>
                    <a:pt x="1135348" y="473757"/>
                  </a:lnTo>
                  <a:lnTo>
                    <a:pt x="1108952" y="491563"/>
                  </a:lnTo>
                  <a:lnTo>
                    <a:pt x="1076578" y="498094"/>
                  </a:lnTo>
                  <a:lnTo>
                    <a:pt x="82930" y="498094"/>
                  </a:lnTo>
                  <a:lnTo>
                    <a:pt x="50631" y="491563"/>
                  </a:lnTo>
                  <a:lnTo>
                    <a:pt x="24272" y="473757"/>
                  </a:lnTo>
                  <a:lnTo>
                    <a:pt x="6510" y="447355"/>
                  </a:lnTo>
                  <a:lnTo>
                    <a:pt x="0" y="415036"/>
                  </a:lnTo>
                  <a:lnTo>
                    <a:pt x="0" y="8293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225665" y="4622672"/>
            <a:ext cx="36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726931" y="3631946"/>
            <a:ext cx="2121535" cy="535940"/>
            <a:chOff x="8726931" y="3631946"/>
            <a:chExt cx="2121535" cy="535940"/>
          </a:xfrm>
        </p:grpSpPr>
        <p:sp>
          <p:nvSpPr>
            <p:cNvPr id="13" name="object 13"/>
            <p:cNvSpPr/>
            <p:nvPr/>
          </p:nvSpPr>
          <p:spPr>
            <a:xfrm>
              <a:off x="8733281" y="3638296"/>
              <a:ext cx="2108835" cy="523240"/>
            </a:xfrm>
            <a:custGeom>
              <a:avLst/>
              <a:gdLst/>
              <a:ahLst/>
              <a:cxnLst/>
              <a:rect l="l" t="t" r="r" b="b"/>
              <a:pathLst>
                <a:path w="2108834" h="523239">
                  <a:moveTo>
                    <a:pt x="2021459" y="0"/>
                  </a:moveTo>
                  <a:lnTo>
                    <a:pt x="87122" y="0"/>
                  </a:lnTo>
                  <a:lnTo>
                    <a:pt x="53203" y="6844"/>
                  </a:lnTo>
                  <a:lnTo>
                    <a:pt x="25511" y="25511"/>
                  </a:lnTo>
                  <a:lnTo>
                    <a:pt x="6844" y="53203"/>
                  </a:lnTo>
                  <a:lnTo>
                    <a:pt x="0" y="87121"/>
                  </a:lnTo>
                  <a:lnTo>
                    <a:pt x="0" y="435609"/>
                  </a:lnTo>
                  <a:lnTo>
                    <a:pt x="6844" y="469528"/>
                  </a:lnTo>
                  <a:lnTo>
                    <a:pt x="25511" y="497220"/>
                  </a:lnTo>
                  <a:lnTo>
                    <a:pt x="53203" y="515887"/>
                  </a:lnTo>
                  <a:lnTo>
                    <a:pt x="87122" y="522731"/>
                  </a:lnTo>
                  <a:lnTo>
                    <a:pt x="2021459" y="522731"/>
                  </a:lnTo>
                  <a:lnTo>
                    <a:pt x="2055324" y="515887"/>
                  </a:lnTo>
                  <a:lnTo>
                    <a:pt x="2083022" y="497220"/>
                  </a:lnTo>
                  <a:lnTo>
                    <a:pt x="2101719" y="469528"/>
                  </a:lnTo>
                  <a:lnTo>
                    <a:pt x="2108581" y="435609"/>
                  </a:lnTo>
                  <a:lnTo>
                    <a:pt x="2108581" y="87121"/>
                  </a:lnTo>
                  <a:lnTo>
                    <a:pt x="2101719" y="53203"/>
                  </a:lnTo>
                  <a:lnTo>
                    <a:pt x="2083022" y="25511"/>
                  </a:lnTo>
                  <a:lnTo>
                    <a:pt x="2055324" y="6844"/>
                  </a:lnTo>
                  <a:lnTo>
                    <a:pt x="20214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33281" y="3638296"/>
              <a:ext cx="2108835" cy="523240"/>
            </a:xfrm>
            <a:custGeom>
              <a:avLst/>
              <a:gdLst/>
              <a:ahLst/>
              <a:cxnLst/>
              <a:rect l="l" t="t" r="r" b="b"/>
              <a:pathLst>
                <a:path w="2108834" h="523239">
                  <a:moveTo>
                    <a:pt x="0" y="87121"/>
                  </a:moveTo>
                  <a:lnTo>
                    <a:pt x="6844" y="53203"/>
                  </a:lnTo>
                  <a:lnTo>
                    <a:pt x="25511" y="25511"/>
                  </a:lnTo>
                  <a:lnTo>
                    <a:pt x="53203" y="6844"/>
                  </a:lnTo>
                  <a:lnTo>
                    <a:pt x="87122" y="0"/>
                  </a:lnTo>
                  <a:lnTo>
                    <a:pt x="2021459" y="0"/>
                  </a:lnTo>
                  <a:lnTo>
                    <a:pt x="2055324" y="6844"/>
                  </a:lnTo>
                  <a:lnTo>
                    <a:pt x="2083022" y="25511"/>
                  </a:lnTo>
                  <a:lnTo>
                    <a:pt x="2101719" y="53203"/>
                  </a:lnTo>
                  <a:lnTo>
                    <a:pt x="2108581" y="87121"/>
                  </a:lnTo>
                  <a:lnTo>
                    <a:pt x="2108581" y="435609"/>
                  </a:lnTo>
                  <a:lnTo>
                    <a:pt x="2101719" y="469528"/>
                  </a:lnTo>
                  <a:lnTo>
                    <a:pt x="2083022" y="497220"/>
                  </a:lnTo>
                  <a:lnTo>
                    <a:pt x="2055324" y="515887"/>
                  </a:lnTo>
                  <a:lnTo>
                    <a:pt x="2021459" y="522731"/>
                  </a:lnTo>
                  <a:lnTo>
                    <a:pt x="87122" y="522731"/>
                  </a:lnTo>
                  <a:lnTo>
                    <a:pt x="53203" y="515887"/>
                  </a:lnTo>
                  <a:lnTo>
                    <a:pt x="25511" y="497220"/>
                  </a:lnTo>
                  <a:lnTo>
                    <a:pt x="6844" y="469528"/>
                  </a:lnTo>
                  <a:lnTo>
                    <a:pt x="0" y="435609"/>
                  </a:lnTo>
                  <a:lnTo>
                    <a:pt x="0" y="8712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403206" y="3735451"/>
            <a:ext cx="768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Ad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730742" y="4496180"/>
            <a:ext cx="2121535" cy="560705"/>
            <a:chOff x="8730742" y="4496180"/>
            <a:chExt cx="2121535" cy="560705"/>
          </a:xfrm>
        </p:grpSpPr>
        <p:sp>
          <p:nvSpPr>
            <p:cNvPr id="17" name="object 17"/>
            <p:cNvSpPr/>
            <p:nvPr/>
          </p:nvSpPr>
          <p:spPr>
            <a:xfrm>
              <a:off x="8737092" y="4502530"/>
              <a:ext cx="2108835" cy="548005"/>
            </a:xfrm>
            <a:custGeom>
              <a:avLst/>
              <a:gdLst/>
              <a:ahLst/>
              <a:cxnLst/>
              <a:rect l="l" t="t" r="r" b="b"/>
              <a:pathLst>
                <a:path w="2108834" h="548004">
                  <a:moveTo>
                    <a:pt x="2017267" y="0"/>
                  </a:moveTo>
                  <a:lnTo>
                    <a:pt x="91185" y="0"/>
                  </a:lnTo>
                  <a:lnTo>
                    <a:pt x="55667" y="7177"/>
                  </a:lnTo>
                  <a:lnTo>
                    <a:pt x="26685" y="26749"/>
                  </a:lnTo>
                  <a:lnTo>
                    <a:pt x="7157" y="55774"/>
                  </a:lnTo>
                  <a:lnTo>
                    <a:pt x="0" y="91313"/>
                  </a:lnTo>
                  <a:lnTo>
                    <a:pt x="0" y="456184"/>
                  </a:lnTo>
                  <a:lnTo>
                    <a:pt x="7157" y="491722"/>
                  </a:lnTo>
                  <a:lnTo>
                    <a:pt x="26685" y="520747"/>
                  </a:lnTo>
                  <a:lnTo>
                    <a:pt x="55667" y="540319"/>
                  </a:lnTo>
                  <a:lnTo>
                    <a:pt x="91185" y="547497"/>
                  </a:lnTo>
                  <a:lnTo>
                    <a:pt x="2017267" y="547497"/>
                  </a:lnTo>
                  <a:lnTo>
                    <a:pt x="2052786" y="540319"/>
                  </a:lnTo>
                  <a:lnTo>
                    <a:pt x="2081768" y="520747"/>
                  </a:lnTo>
                  <a:lnTo>
                    <a:pt x="2101296" y="491722"/>
                  </a:lnTo>
                  <a:lnTo>
                    <a:pt x="2108454" y="456184"/>
                  </a:lnTo>
                  <a:lnTo>
                    <a:pt x="2108454" y="91313"/>
                  </a:lnTo>
                  <a:lnTo>
                    <a:pt x="2101296" y="55774"/>
                  </a:lnTo>
                  <a:lnTo>
                    <a:pt x="2081768" y="26749"/>
                  </a:lnTo>
                  <a:lnTo>
                    <a:pt x="2052786" y="7177"/>
                  </a:lnTo>
                  <a:lnTo>
                    <a:pt x="201726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37092" y="4502530"/>
              <a:ext cx="2108835" cy="548005"/>
            </a:xfrm>
            <a:custGeom>
              <a:avLst/>
              <a:gdLst/>
              <a:ahLst/>
              <a:cxnLst/>
              <a:rect l="l" t="t" r="r" b="b"/>
              <a:pathLst>
                <a:path w="2108834" h="548004">
                  <a:moveTo>
                    <a:pt x="0" y="91313"/>
                  </a:moveTo>
                  <a:lnTo>
                    <a:pt x="7157" y="55774"/>
                  </a:lnTo>
                  <a:lnTo>
                    <a:pt x="26685" y="26749"/>
                  </a:lnTo>
                  <a:lnTo>
                    <a:pt x="55667" y="7177"/>
                  </a:lnTo>
                  <a:lnTo>
                    <a:pt x="91185" y="0"/>
                  </a:lnTo>
                  <a:lnTo>
                    <a:pt x="2017267" y="0"/>
                  </a:lnTo>
                  <a:lnTo>
                    <a:pt x="2052786" y="7177"/>
                  </a:lnTo>
                  <a:lnTo>
                    <a:pt x="2081768" y="26749"/>
                  </a:lnTo>
                  <a:lnTo>
                    <a:pt x="2101296" y="55774"/>
                  </a:lnTo>
                  <a:lnTo>
                    <a:pt x="2108454" y="91313"/>
                  </a:lnTo>
                  <a:lnTo>
                    <a:pt x="2108454" y="456184"/>
                  </a:lnTo>
                  <a:lnTo>
                    <a:pt x="2101296" y="491722"/>
                  </a:lnTo>
                  <a:lnTo>
                    <a:pt x="2081768" y="520747"/>
                  </a:lnTo>
                  <a:lnTo>
                    <a:pt x="2052786" y="540319"/>
                  </a:lnTo>
                  <a:lnTo>
                    <a:pt x="2017267" y="547497"/>
                  </a:lnTo>
                  <a:lnTo>
                    <a:pt x="91185" y="547497"/>
                  </a:lnTo>
                  <a:lnTo>
                    <a:pt x="55667" y="540319"/>
                  </a:lnTo>
                  <a:lnTo>
                    <a:pt x="26685" y="520747"/>
                  </a:lnTo>
                  <a:lnTo>
                    <a:pt x="7157" y="491722"/>
                  </a:lnTo>
                  <a:lnTo>
                    <a:pt x="0" y="456184"/>
                  </a:lnTo>
                  <a:lnTo>
                    <a:pt x="0" y="9131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563227" y="4612004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0742" y="5364734"/>
            <a:ext cx="2121535" cy="622935"/>
            <a:chOff x="8730742" y="5364734"/>
            <a:chExt cx="2121535" cy="622935"/>
          </a:xfrm>
        </p:grpSpPr>
        <p:sp>
          <p:nvSpPr>
            <p:cNvPr id="21" name="object 21"/>
            <p:cNvSpPr/>
            <p:nvPr/>
          </p:nvSpPr>
          <p:spPr>
            <a:xfrm>
              <a:off x="8737092" y="5371084"/>
              <a:ext cx="2108835" cy="610235"/>
            </a:xfrm>
            <a:custGeom>
              <a:avLst/>
              <a:gdLst/>
              <a:ahLst/>
              <a:cxnLst/>
              <a:rect l="l" t="t" r="r" b="b"/>
              <a:pathLst>
                <a:path w="2108834" h="610235">
                  <a:moveTo>
                    <a:pt x="2006853" y="0"/>
                  </a:moveTo>
                  <a:lnTo>
                    <a:pt x="101600" y="0"/>
                  </a:lnTo>
                  <a:lnTo>
                    <a:pt x="62043" y="8000"/>
                  </a:lnTo>
                  <a:lnTo>
                    <a:pt x="29749" y="29813"/>
                  </a:lnTo>
                  <a:lnTo>
                    <a:pt x="7981" y="62150"/>
                  </a:lnTo>
                  <a:lnTo>
                    <a:pt x="0" y="101726"/>
                  </a:lnTo>
                  <a:lnTo>
                    <a:pt x="0" y="508279"/>
                  </a:lnTo>
                  <a:lnTo>
                    <a:pt x="7981" y="547851"/>
                  </a:lnTo>
                  <a:lnTo>
                    <a:pt x="29749" y="580166"/>
                  </a:lnTo>
                  <a:lnTo>
                    <a:pt x="62043" y="601953"/>
                  </a:lnTo>
                  <a:lnTo>
                    <a:pt x="101600" y="609942"/>
                  </a:lnTo>
                  <a:lnTo>
                    <a:pt x="2006853" y="609942"/>
                  </a:lnTo>
                  <a:lnTo>
                    <a:pt x="2046410" y="601953"/>
                  </a:lnTo>
                  <a:lnTo>
                    <a:pt x="2078704" y="580166"/>
                  </a:lnTo>
                  <a:lnTo>
                    <a:pt x="2100472" y="547851"/>
                  </a:lnTo>
                  <a:lnTo>
                    <a:pt x="2108454" y="508279"/>
                  </a:lnTo>
                  <a:lnTo>
                    <a:pt x="2108454" y="101726"/>
                  </a:lnTo>
                  <a:lnTo>
                    <a:pt x="2100472" y="62150"/>
                  </a:lnTo>
                  <a:lnTo>
                    <a:pt x="2078704" y="29813"/>
                  </a:lnTo>
                  <a:lnTo>
                    <a:pt x="2046410" y="8000"/>
                  </a:lnTo>
                  <a:lnTo>
                    <a:pt x="200685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37092" y="5371084"/>
              <a:ext cx="2108835" cy="610235"/>
            </a:xfrm>
            <a:custGeom>
              <a:avLst/>
              <a:gdLst/>
              <a:ahLst/>
              <a:cxnLst/>
              <a:rect l="l" t="t" r="r" b="b"/>
              <a:pathLst>
                <a:path w="2108834" h="610235">
                  <a:moveTo>
                    <a:pt x="0" y="101726"/>
                  </a:moveTo>
                  <a:lnTo>
                    <a:pt x="7981" y="62150"/>
                  </a:lnTo>
                  <a:lnTo>
                    <a:pt x="29749" y="29813"/>
                  </a:lnTo>
                  <a:lnTo>
                    <a:pt x="62043" y="8000"/>
                  </a:lnTo>
                  <a:lnTo>
                    <a:pt x="101600" y="0"/>
                  </a:lnTo>
                  <a:lnTo>
                    <a:pt x="2006853" y="0"/>
                  </a:lnTo>
                  <a:lnTo>
                    <a:pt x="2046410" y="8000"/>
                  </a:lnTo>
                  <a:lnTo>
                    <a:pt x="2078704" y="29813"/>
                  </a:lnTo>
                  <a:lnTo>
                    <a:pt x="2100472" y="62150"/>
                  </a:lnTo>
                  <a:lnTo>
                    <a:pt x="2108454" y="101726"/>
                  </a:lnTo>
                  <a:lnTo>
                    <a:pt x="2108454" y="508279"/>
                  </a:lnTo>
                  <a:lnTo>
                    <a:pt x="2100472" y="547851"/>
                  </a:lnTo>
                  <a:lnTo>
                    <a:pt x="2078704" y="580166"/>
                  </a:lnTo>
                  <a:lnTo>
                    <a:pt x="2046410" y="601953"/>
                  </a:lnTo>
                  <a:lnTo>
                    <a:pt x="2006853" y="609942"/>
                  </a:lnTo>
                  <a:lnTo>
                    <a:pt x="101600" y="609942"/>
                  </a:lnTo>
                  <a:lnTo>
                    <a:pt x="62043" y="601953"/>
                  </a:lnTo>
                  <a:lnTo>
                    <a:pt x="29749" y="580166"/>
                  </a:lnTo>
                  <a:lnTo>
                    <a:pt x="7981" y="547851"/>
                  </a:lnTo>
                  <a:lnTo>
                    <a:pt x="0" y="508279"/>
                  </a:lnTo>
                  <a:lnTo>
                    <a:pt x="0" y="10172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436734" y="5512104"/>
            <a:ext cx="71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80426" y="3899661"/>
            <a:ext cx="756920" cy="1776730"/>
          </a:xfrm>
          <a:custGeom>
            <a:avLst/>
            <a:gdLst/>
            <a:ahLst/>
            <a:cxnLst/>
            <a:rect l="l" t="t" r="r" b="b"/>
            <a:pathLst>
              <a:path w="756920" h="1776729">
                <a:moveTo>
                  <a:pt x="756666" y="876681"/>
                </a:moveTo>
                <a:lnTo>
                  <a:pt x="745642" y="870458"/>
                </a:lnTo>
                <a:lnTo>
                  <a:pt x="670306" y="827913"/>
                </a:lnTo>
                <a:lnTo>
                  <a:pt x="667258" y="826135"/>
                </a:lnTo>
                <a:lnTo>
                  <a:pt x="663448" y="827278"/>
                </a:lnTo>
                <a:lnTo>
                  <a:pt x="661670" y="830326"/>
                </a:lnTo>
                <a:lnTo>
                  <a:pt x="660019" y="833374"/>
                </a:lnTo>
                <a:lnTo>
                  <a:pt x="661035" y="837184"/>
                </a:lnTo>
                <a:lnTo>
                  <a:pt x="664083" y="838962"/>
                </a:lnTo>
                <a:lnTo>
                  <a:pt x="720547" y="870800"/>
                </a:lnTo>
                <a:lnTo>
                  <a:pt x="18592" y="880808"/>
                </a:lnTo>
                <a:lnTo>
                  <a:pt x="734479" y="31597"/>
                </a:lnTo>
                <a:lnTo>
                  <a:pt x="723392" y="95377"/>
                </a:lnTo>
                <a:lnTo>
                  <a:pt x="722757" y="98933"/>
                </a:lnTo>
                <a:lnTo>
                  <a:pt x="725043" y="102108"/>
                </a:lnTo>
                <a:lnTo>
                  <a:pt x="732028" y="103378"/>
                </a:lnTo>
                <a:lnTo>
                  <a:pt x="735330" y="101092"/>
                </a:lnTo>
                <a:lnTo>
                  <a:pt x="735838" y="97536"/>
                </a:lnTo>
                <a:lnTo>
                  <a:pt x="751890" y="5461"/>
                </a:lnTo>
                <a:lnTo>
                  <a:pt x="752856" y="0"/>
                </a:lnTo>
                <a:lnTo>
                  <a:pt x="659511" y="33274"/>
                </a:lnTo>
                <a:lnTo>
                  <a:pt x="656209" y="34417"/>
                </a:lnTo>
                <a:lnTo>
                  <a:pt x="654431" y="38100"/>
                </a:lnTo>
                <a:lnTo>
                  <a:pt x="655701" y="41402"/>
                </a:lnTo>
                <a:lnTo>
                  <a:pt x="656844" y="44704"/>
                </a:lnTo>
                <a:lnTo>
                  <a:pt x="660527" y="46355"/>
                </a:lnTo>
                <a:lnTo>
                  <a:pt x="663829" y="45212"/>
                </a:lnTo>
                <a:lnTo>
                  <a:pt x="724662" y="23545"/>
                </a:lnTo>
                <a:lnTo>
                  <a:pt x="0" y="883158"/>
                </a:lnTo>
                <a:lnTo>
                  <a:pt x="4813" y="887285"/>
                </a:lnTo>
                <a:lnTo>
                  <a:pt x="0" y="891413"/>
                </a:lnTo>
                <a:lnTo>
                  <a:pt x="728560" y="1753019"/>
                </a:lnTo>
                <a:lnTo>
                  <a:pt x="664210" y="1730159"/>
                </a:lnTo>
                <a:lnTo>
                  <a:pt x="660527" y="1731886"/>
                </a:lnTo>
                <a:lnTo>
                  <a:pt x="658241" y="1738503"/>
                </a:lnTo>
                <a:lnTo>
                  <a:pt x="659892" y="1742122"/>
                </a:lnTo>
                <a:lnTo>
                  <a:pt x="756666" y="1776425"/>
                </a:lnTo>
                <a:lnTo>
                  <a:pt x="755688" y="1770913"/>
                </a:lnTo>
                <a:lnTo>
                  <a:pt x="739521" y="1678813"/>
                </a:lnTo>
                <a:lnTo>
                  <a:pt x="738886" y="1675384"/>
                </a:lnTo>
                <a:lnTo>
                  <a:pt x="735584" y="1673098"/>
                </a:lnTo>
                <a:lnTo>
                  <a:pt x="732155" y="1673606"/>
                </a:lnTo>
                <a:lnTo>
                  <a:pt x="728726" y="1674241"/>
                </a:lnTo>
                <a:lnTo>
                  <a:pt x="726440" y="1677543"/>
                </a:lnTo>
                <a:lnTo>
                  <a:pt x="726948" y="1680972"/>
                </a:lnTo>
                <a:lnTo>
                  <a:pt x="738111" y="1744687"/>
                </a:lnTo>
                <a:lnTo>
                  <a:pt x="18402" y="893508"/>
                </a:lnTo>
                <a:lnTo>
                  <a:pt x="720661" y="883500"/>
                </a:lnTo>
                <a:lnTo>
                  <a:pt x="665226" y="916940"/>
                </a:lnTo>
                <a:lnTo>
                  <a:pt x="662178" y="918718"/>
                </a:lnTo>
                <a:lnTo>
                  <a:pt x="661289" y="922655"/>
                </a:lnTo>
                <a:lnTo>
                  <a:pt x="663067" y="925576"/>
                </a:lnTo>
                <a:lnTo>
                  <a:pt x="664845" y="928624"/>
                </a:lnTo>
                <a:lnTo>
                  <a:pt x="668782" y="929513"/>
                </a:lnTo>
                <a:lnTo>
                  <a:pt x="756666" y="87668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9160" y="6587008"/>
            <a:ext cx="631190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 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 Engineering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0"/>
            <a:ext cx="12204700" cy="68643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20828"/>
            <a:ext cx="3652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2.</a:t>
            </a:r>
            <a:r>
              <a:rPr sz="2800" i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Harvard</a:t>
            </a:r>
            <a:r>
              <a:rPr sz="2800" i="1" spc="-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Architecture: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3310" y="764959"/>
            <a:ext cx="7485253" cy="48879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3478" y="0"/>
            <a:ext cx="1075448" cy="101218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350" y="6574559"/>
            <a:ext cx="12204700" cy="290195"/>
            <a:chOff x="-6350" y="6574559"/>
            <a:chExt cx="12204700" cy="29019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580909"/>
              <a:ext cx="12192000" cy="2770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580909"/>
              <a:ext cx="12192000" cy="277495"/>
            </a:xfrm>
            <a:custGeom>
              <a:avLst/>
              <a:gdLst/>
              <a:ahLst/>
              <a:cxnLst/>
              <a:rect l="l" t="t" r="r" b="b"/>
              <a:pathLst>
                <a:path w="12192000" h="277495">
                  <a:moveTo>
                    <a:pt x="0" y="277088"/>
                  </a:moveTo>
                  <a:lnTo>
                    <a:pt x="12192000" y="27708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7708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26460" y="6546595"/>
            <a:ext cx="6337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HYDERABAD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College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97273" y="2227833"/>
            <a:ext cx="399224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i="1" spc="-320" dirty="0">
                <a:solidFill>
                  <a:srgbClr val="00AF50"/>
                </a:solidFill>
                <a:latin typeface="Calibri"/>
                <a:cs typeface="Calibri"/>
              </a:rPr>
              <a:t>T</a:t>
            </a:r>
            <a:r>
              <a:rPr sz="8000" i="1" spc="-325" dirty="0">
                <a:solidFill>
                  <a:srgbClr val="00AF50"/>
                </a:solidFill>
                <a:latin typeface="Calibri"/>
                <a:cs typeface="Calibri"/>
              </a:rPr>
              <a:t>h</a:t>
            </a:r>
            <a:r>
              <a:rPr sz="8000" i="1" spc="-700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8000" i="1" spc="-685" dirty="0">
                <a:solidFill>
                  <a:srgbClr val="00AF50"/>
                </a:solidFill>
                <a:latin typeface="Calibri"/>
                <a:cs typeface="Calibri"/>
              </a:rPr>
              <a:t>n</a:t>
            </a:r>
            <a:r>
              <a:rPr sz="8000" i="1" spc="-320" dirty="0">
                <a:solidFill>
                  <a:srgbClr val="00AF50"/>
                </a:solidFill>
                <a:latin typeface="Calibri"/>
                <a:cs typeface="Calibri"/>
              </a:rPr>
              <a:t>k</a:t>
            </a:r>
            <a:r>
              <a:rPr sz="8000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8000" i="1" spc="-350" dirty="0">
                <a:solidFill>
                  <a:srgbClr val="00AF50"/>
                </a:solidFill>
                <a:latin typeface="Calibri"/>
                <a:cs typeface="Calibri"/>
              </a:rPr>
              <a:t>Y</a:t>
            </a:r>
            <a:r>
              <a:rPr sz="8000" i="1" spc="-330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8000" i="1" spc="-540" dirty="0">
                <a:solidFill>
                  <a:srgbClr val="00AF50"/>
                </a:solidFill>
                <a:latin typeface="Calibri"/>
                <a:cs typeface="Calibri"/>
              </a:rPr>
              <a:t>u</a:t>
            </a:r>
            <a:endParaRPr sz="8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700</Words>
  <Application>Microsoft Office PowerPoint</Application>
  <PresentationFormat>Widescreen</PresentationFormat>
  <Paragraphs>173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Times New Roman</vt:lpstr>
      <vt:lpstr>Office Theme</vt:lpstr>
      <vt:lpstr>Computer Organization and Architecture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Block Diagram of Digital Computer</vt:lpstr>
      <vt:lpstr>Points of View</vt:lpstr>
      <vt:lpstr>Connection among  Hardware Components</vt:lpstr>
      <vt:lpstr>Classification of Architectures</vt:lpstr>
      <vt:lpstr>2. Harvard Architecture: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Srinivasa Reddy Konda</dc:creator>
  <cp:lastModifiedBy>Prashanth Reddy</cp:lastModifiedBy>
  <cp:revision>2</cp:revision>
  <dcterms:created xsi:type="dcterms:W3CDTF">2023-02-10T05:23:31Z</dcterms:created>
  <dcterms:modified xsi:type="dcterms:W3CDTF">2024-11-29T17:18:14Z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2021-10-28T00:00:00Z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2023-02-10T00:00:00Z</vt:filetime>
  </property>
</Properties>
</file>